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1" r:id="rId3"/>
    <p:sldMasterId id="2147483654" r:id="rId4"/>
    <p:sldMasterId id="2147483673" r:id="rId5"/>
  </p:sldMasterIdLst>
  <p:notesMasterIdLst>
    <p:notesMasterId r:id="rId9"/>
  </p:notesMasterIdLst>
  <p:sldIdLst>
    <p:sldId id="582" r:id="rId6"/>
    <p:sldId id="583" r:id="rId7"/>
    <p:sldId id="584" r:id="rId8"/>
    <p:sldId id="585" r:id="rId10"/>
    <p:sldId id="586" r:id="rId11"/>
    <p:sldId id="595" r:id="rId12"/>
  </p:sldIdLst>
  <p:sldSz cx="12192000" cy="6858000"/>
  <p:notesSz cx="6858000" cy="9144000"/>
  <p:custDataLst>
    <p:tags r:id="rId17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5" userDrawn="1">
          <p15:clr>
            <a:srgbClr val="A4A3A4"/>
          </p15:clr>
        </p15:guide>
        <p15:guide id="2" pos="632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51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93327" autoAdjust="0"/>
  </p:normalViewPr>
  <p:slideViewPr>
    <p:cSldViewPr snapToGrid="0" snapToObjects="1" showGuides="1">
      <p:cViewPr varScale="1">
        <p:scale>
          <a:sx n="113" d="100"/>
          <a:sy n="113" d="100"/>
        </p:scale>
        <p:origin x="696" y="86"/>
      </p:cViewPr>
      <p:guideLst>
        <p:guide orient="horz" pos="2155"/>
        <p:guide pos="63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7" Type="http://schemas.openxmlformats.org/officeDocument/2006/relationships/slide" Target="slides/slide2.xml"/><Relationship Id="rId6" Type="http://schemas.openxmlformats.org/officeDocument/2006/relationships/slide" Target="slides/slide1.xml"/><Relationship Id="rId5" Type="http://schemas.openxmlformats.org/officeDocument/2006/relationships/slideMaster" Target="slideMasters/slideMaster4.xml"/><Relationship Id="rId4" Type="http://schemas.openxmlformats.org/officeDocument/2006/relationships/slideMaster" Target="slideMasters/slideMaster3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7" Type="http://schemas.openxmlformats.org/officeDocument/2006/relationships/tags" Target="tags/tag313.xml"/><Relationship Id="rId16" Type="http://schemas.openxmlformats.org/officeDocument/2006/relationships/commentAuthors" Target="commentAuthors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6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440A07-CB81-B94E-8486-6299C881C602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9EFDB2-DEE3-F041-A376-A8AE77F3A626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sz="1200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9EFDB2-DEE3-F041-A376-A8AE77F3A626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9EFDB2-DEE3-F041-A376-A8AE77F3A626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image" Target="../media/image3.png"/><Relationship Id="rId2" Type="http://schemas.openxmlformats.org/officeDocument/2006/relationships/tags" Target="../tags/tag1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13.xml"/><Relationship Id="rId8" Type="http://schemas.openxmlformats.org/officeDocument/2006/relationships/tags" Target="../tags/tag12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11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10.xml"/><Relationship Id="rId12" Type="http://schemas.openxmlformats.org/officeDocument/2006/relationships/tags" Target="../tags/tag16.xml"/><Relationship Id="rId11" Type="http://schemas.openxmlformats.org/officeDocument/2006/relationships/tags" Target="../tags/tag15.xml"/><Relationship Id="rId10" Type="http://schemas.openxmlformats.org/officeDocument/2006/relationships/tags" Target="../tags/tag14.xml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image" Target="file:///C:\Users\1V994W2\PycharmProjects\PPT_Background_Generation/pic_temp/pic_half_down.png" TargetMode="External"/><Relationship Id="rId3" Type="http://schemas.openxmlformats.org/officeDocument/2006/relationships/image" Target="../media/image6.png"/><Relationship Id="rId2" Type="http://schemas.openxmlformats.org/officeDocument/2006/relationships/tags" Target="../tags/tag17.xml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23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22.xml"/><Relationship Id="rId13" Type="http://schemas.openxmlformats.org/officeDocument/2006/relationships/tags" Target="../tags/tag29.xml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9" Type="http://schemas.openxmlformats.org/officeDocument/2006/relationships/tags" Target="../tags/tag33.xml"/><Relationship Id="rId8" Type="http://schemas.openxmlformats.org/officeDocument/2006/relationships/tags" Target="../tags/tag32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31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30.xml"/><Relationship Id="rId15" Type="http://schemas.openxmlformats.org/officeDocument/2006/relationships/tags" Target="../tags/tag39.xml"/><Relationship Id="rId14" Type="http://schemas.openxmlformats.org/officeDocument/2006/relationships/tags" Target="../tags/tag38.xml"/><Relationship Id="rId13" Type="http://schemas.openxmlformats.org/officeDocument/2006/relationships/tags" Target="../tags/tag37.xml"/><Relationship Id="rId12" Type="http://schemas.openxmlformats.org/officeDocument/2006/relationships/tags" Target="../tags/tag36.xml"/><Relationship Id="rId11" Type="http://schemas.openxmlformats.org/officeDocument/2006/relationships/tags" Target="../tags/tag35.xml"/><Relationship Id="rId10" Type="http://schemas.openxmlformats.org/officeDocument/2006/relationships/tags" Target="../tags/tag34.xml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9" Type="http://schemas.openxmlformats.org/officeDocument/2006/relationships/tags" Target="../tags/tag43.xml"/><Relationship Id="rId8" Type="http://schemas.openxmlformats.org/officeDocument/2006/relationships/tags" Target="../tags/tag42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41.xml"/><Relationship Id="rId4" Type="http://schemas.openxmlformats.org/officeDocument/2006/relationships/image" Target="file:///C:\Users\1V994W2\Documents\Tencent%20Files\574576071\FileRecv\&#25340;&#35013;&#32032;&#26448;\&#31616;&#32422;&#28385;&#29256;-60\\33\subject_holdleft_48,76,63_0_staid_full_0.png" TargetMode="External"/><Relationship Id="rId3" Type="http://schemas.openxmlformats.org/officeDocument/2006/relationships/image" Target="../media/image7.png"/><Relationship Id="rId2" Type="http://schemas.openxmlformats.org/officeDocument/2006/relationships/tags" Target="../tags/tag40.xml"/><Relationship Id="rId11" Type="http://schemas.openxmlformats.org/officeDocument/2006/relationships/tags" Target="../tags/tag45.xml"/><Relationship Id="rId10" Type="http://schemas.openxmlformats.org/officeDocument/2006/relationships/tags" Target="../tags/tag44.xml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4" Type="http://schemas.openxmlformats.org/officeDocument/2006/relationships/tags" Target="../tags/tag48.xml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52.xml"/><Relationship Id="rId8" Type="http://schemas.openxmlformats.org/officeDocument/2006/relationships/tags" Target="../tags/tag51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50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49.xml"/><Relationship Id="rId13" Type="http://schemas.openxmlformats.org/officeDocument/2006/relationships/tags" Target="../tags/tag56.xml"/><Relationship Id="rId12" Type="http://schemas.openxmlformats.org/officeDocument/2006/relationships/tags" Target="../tags/tag55.xml"/><Relationship Id="rId11" Type="http://schemas.openxmlformats.org/officeDocument/2006/relationships/tags" Target="../tags/tag54.xml"/><Relationship Id="rId10" Type="http://schemas.openxmlformats.org/officeDocument/2006/relationships/tags" Target="../tags/tag53.xml"/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9" Type="http://schemas.openxmlformats.org/officeDocument/2006/relationships/tags" Target="../tags/tag60.xml"/><Relationship Id="rId8" Type="http://schemas.openxmlformats.org/officeDocument/2006/relationships/tags" Target="../tags/tag59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58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57.xml"/><Relationship Id="rId12" Type="http://schemas.openxmlformats.org/officeDocument/2006/relationships/tags" Target="../tags/tag63.xml"/><Relationship Id="rId11" Type="http://schemas.openxmlformats.org/officeDocument/2006/relationships/tags" Target="../tags/tag62.xml"/><Relationship Id="rId10" Type="http://schemas.openxmlformats.org/officeDocument/2006/relationships/tags" Target="../tags/tag61.xml"/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9" Type="http://schemas.openxmlformats.org/officeDocument/2006/relationships/tags" Target="../tags/tag67.xml"/><Relationship Id="rId8" Type="http://schemas.openxmlformats.org/officeDocument/2006/relationships/tags" Target="../tags/tag66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65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64.xml"/><Relationship Id="rId11" Type="http://schemas.openxmlformats.org/officeDocument/2006/relationships/tags" Target="../tags/tag69.xml"/><Relationship Id="rId10" Type="http://schemas.openxmlformats.org/officeDocument/2006/relationships/tags" Target="../tags/tag68.xml"/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9" Type="http://schemas.openxmlformats.org/officeDocument/2006/relationships/tags" Target="../tags/tag75.xml"/><Relationship Id="rId8" Type="http://schemas.openxmlformats.org/officeDocument/2006/relationships/tags" Target="../tags/tag74.xml"/><Relationship Id="rId7" Type="http://schemas.openxmlformats.org/officeDocument/2006/relationships/tags" Target="../tags/tag73.xml"/><Relationship Id="rId6" Type="http://schemas.openxmlformats.org/officeDocument/2006/relationships/tags" Target="../tags/tag72.xml"/><Relationship Id="rId5" Type="http://schemas.openxmlformats.org/officeDocument/2006/relationships/tags" Target="../tags/tag71.xml"/><Relationship Id="rId4" Type="http://schemas.openxmlformats.org/officeDocument/2006/relationships/image" Target="file:///C:\Users\1V994W2\PycharmProjects\PPT_Background_Generation/pic_temp/pic_sup.png" TargetMode="External"/><Relationship Id="rId3" Type="http://schemas.openxmlformats.org/officeDocument/2006/relationships/image" Target="../media/image8.png"/><Relationship Id="rId2" Type="http://schemas.openxmlformats.org/officeDocument/2006/relationships/tags" Target="../tags/tag70.xml"/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9" Type="http://schemas.openxmlformats.org/officeDocument/2006/relationships/tags" Target="../tags/tag79.xml"/><Relationship Id="rId8" Type="http://schemas.openxmlformats.org/officeDocument/2006/relationships/tags" Target="../tags/tag78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77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76.xml"/><Relationship Id="rId11" Type="http://schemas.openxmlformats.org/officeDocument/2006/relationships/tags" Target="../tags/tag81.xml"/><Relationship Id="rId10" Type="http://schemas.openxmlformats.org/officeDocument/2006/relationships/tags" Target="../tags/tag80.xml"/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9" Type="http://schemas.openxmlformats.org/officeDocument/2006/relationships/tags" Target="../tags/tag85.xml"/><Relationship Id="rId8" Type="http://schemas.openxmlformats.org/officeDocument/2006/relationships/image" Target="file:///C:\Users\1V994W2\PycharmProjects\PPT_Background_Generation/pic_temp/1_pic_quater_left_down.png" TargetMode="External"/><Relationship Id="rId7" Type="http://schemas.openxmlformats.org/officeDocument/2006/relationships/image" Target="../media/image5.png"/><Relationship Id="rId6" Type="http://schemas.openxmlformats.org/officeDocument/2006/relationships/tags" Target="../tags/tag84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4.png"/><Relationship Id="rId3" Type="http://schemas.openxmlformats.org/officeDocument/2006/relationships/tags" Target="../tags/tag83.xml"/><Relationship Id="rId2" Type="http://schemas.openxmlformats.org/officeDocument/2006/relationships/tags" Target="../tags/tag82.xml"/><Relationship Id="rId13" Type="http://schemas.openxmlformats.org/officeDocument/2006/relationships/tags" Target="../tags/tag89.xml"/><Relationship Id="rId12" Type="http://schemas.openxmlformats.org/officeDocument/2006/relationships/tags" Target="../tags/tag88.xml"/><Relationship Id="rId11" Type="http://schemas.openxmlformats.org/officeDocument/2006/relationships/tags" Target="../tags/tag87.xml"/><Relationship Id="rId10" Type="http://schemas.openxmlformats.org/officeDocument/2006/relationships/tags" Target="../tags/tag86.xml"/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9" Type="http://schemas.openxmlformats.org/officeDocument/2006/relationships/tags" Target="../tags/tag95.xml"/><Relationship Id="rId8" Type="http://schemas.openxmlformats.org/officeDocument/2006/relationships/tags" Target="../tags/tag94.xml"/><Relationship Id="rId7" Type="http://schemas.openxmlformats.org/officeDocument/2006/relationships/tags" Target="../tags/tag93.xml"/><Relationship Id="rId6" Type="http://schemas.openxmlformats.org/officeDocument/2006/relationships/tags" Target="../tags/tag92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4.png"/><Relationship Id="rId3" Type="http://schemas.openxmlformats.org/officeDocument/2006/relationships/tags" Target="../tags/tag91.xml"/><Relationship Id="rId2" Type="http://schemas.openxmlformats.org/officeDocument/2006/relationships/tags" Target="../tags/tag90.xml"/><Relationship Id="rId11" Type="http://schemas.openxmlformats.org/officeDocument/2006/relationships/tags" Target="../tags/tag97.xml"/><Relationship Id="rId10" Type="http://schemas.openxmlformats.org/officeDocument/2006/relationships/tags" Target="../tags/tag96.xml"/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9" Type="http://schemas.openxmlformats.org/officeDocument/2006/relationships/tags" Target="../tags/tag101.xml"/><Relationship Id="rId8" Type="http://schemas.openxmlformats.org/officeDocument/2006/relationships/image" Target="file:///C:\Users\1V994W2\PycharmProjects\PPT_Background_Generation/pic_temp/1_pic_quater_left_down.png" TargetMode="External"/><Relationship Id="rId7" Type="http://schemas.openxmlformats.org/officeDocument/2006/relationships/image" Target="../media/image5.png"/><Relationship Id="rId6" Type="http://schemas.openxmlformats.org/officeDocument/2006/relationships/tags" Target="../tags/tag100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4.png"/><Relationship Id="rId3" Type="http://schemas.openxmlformats.org/officeDocument/2006/relationships/tags" Target="../tags/tag99.xml"/><Relationship Id="rId2" Type="http://schemas.openxmlformats.org/officeDocument/2006/relationships/tags" Target="../tags/tag98.xml"/><Relationship Id="rId14" Type="http://schemas.openxmlformats.org/officeDocument/2006/relationships/tags" Target="../tags/tag106.xml"/><Relationship Id="rId13" Type="http://schemas.openxmlformats.org/officeDocument/2006/relationships/tags" Target="../tags/tag105.xml"/><Relationship Id="rId12" Type="http://schemas.openxmlformats.org/officeDocument/2006/relationships/tags" Target="../tags/tag104.xml"/><Relationship Id="rId11" Type="http://schemas.openxmlformats.org/officeDocument/2006/relationships/tags" Target="../tags/tag103.xml"/><Relationship Id="rId10" Type="http://schemas.openxmlformats.org/officeDocument/2006/relationships/tags" Target="../tags/tag102.xml"/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9" Type="http://schemas.openxmlformats.org/officeDocument/2006/relationships/tags" Target="../tags/tag110.xml"/><Relationship Id="rId8" Type="http://schemas.openxmlformats.org/officeDocument/2006/relationships/image" Target="file:///C:\Users\1V994W2\PycharmProjects\PPT_Background_Generation/pic_temp/1_pic_quater_left_down.png" TargetMode="External"/><Relationship Id="rId7" Type="http://schemas.openxmlformats.org/officeDocument/2006/relationships/image" Target="../media/image5.png"/><Relationship Id="rId6" Type="http://schemas.openxmlformats.org/officeDocument/2006/relationships/tags" Target="../tags/tag109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4.png"/><Relationship Id="rId3" Type="http://schemas.openxmlformats.org/officeDocument/2006/relationships/tags" Target="../tags/tag108.xml"/><Relationship Id="rId2" Type="http://schemas.openxmlformats.org/officeDocument/2006/relationships/tags" Target="../tags/tag107.xml"/><Relationship Id="rId14" Type="http://schemas.openxmlformats.org/officeDocument/2006/relationships/tags" Target="../tags/tag115.xml"/><Relationship Id="rId13" Type="http://schemas.openxmlformats.org/officeDocument/2006/relationships/tags" Target="../tags/tag114.xml"/><Relationship Id="rId12" Type="http://schemas.openxmlformats.org/officeDocument/2006/relationships/tags" Target="../tags/tag113.xml"/><Relationship Id="rId11" Type="http://schemas.openxmlformats.org/officeDocument/2006/relationships/tags" Target="../tags/tag112.xml"/><Relationship Id="rId10" Type="http://schemas.openxmlformats.org/officeDocument/2006/relationships/tags" Target="../tags/tag111.xml"/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9" Type="http://schemas.openxmlformats.org/officeDocument/2006/relationships/tags" Target="../tags/tag119.xml"/><Relationship Id="rId8" Type="http://schemas.openxmlformats.org/officeDocument/2006/relationships/image" Target="file:///C:\Users\1V994W2\PycharmProjects\PPT_Background_Generation/pic_temp/1_pic_quater_left_down.png" TargetMode="External"/><Relationship Id="rId7" Type="http://schemas.openxmlformats.org/officeDocument/2006/relationships/image" Target="../media/image5.png"/><Relationship Id="rId6" Type="http://schemas.openxmlformats.org/officeDocument/2006/relationships/tags" Target="../tags/tag118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4.png"/><Relationship Id="rId3" Type="http://schemas.openxmlformats.org/officeDocument/2006/relationships/tags" Target="../tags/tag117.xml"/><Relationship Id="rId2" Type="http://schemas.openxmlformats.org/officeDocument/2006/relationships/tags" Target="../tags/tag116.xml"/><Relationship Id="rId16" Type="http://schemas.openxmlformats.org/officeDocument/2006/relationships/tags" Target="../tags/tag126.xml"/><Relationship Id="rId15" Type="http://schemas.openxmlformats.org/officeDocument/2006/relationships/tags" Target="../tags/tag125.xml"/><Relationship Id="rId14" Type="http://schemas.openxmlformats.org/officeDocument/2006/relationships/tags" Target="../tags/tag124.xml"/><Relationship Id="rId13" Type="http://schemas.openxmlformats.org/officeDocument/2006/relationships/tags" Target="../tags/tag123.xml"/><Relationship Id="rId12" Type="http://schemas.openxmlformats.org/officeDocument/2006/relationships/tags" Target="../tags/tag122.xml"/><Relationship Id="rId11" Type="http://schemas.openxmlformats.org/officeDocument/2006/relationships/tags" Target="../tags/tag121.xml"/><Relationship Id="rId10" Type="http://schemas.openxmlformats.org/officeDocument/2006/relationships/tags" Target="../tags/tag120.xml"/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9" Type="http://schemas.openxmlformats.org/officeDocument/2006/relationships/tags" Target="../tags/tag130.xml"/><Relationship Id="rId8" Type="http://schemas.openxmlformats.org/officeDocument/2006/relationships/image" Target="file:///C:\Users\1V994W2\PycharmProjects\PPT_Background_Generation/pic_temp/1_pic_quater_lef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129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9.png"/><Relationship Id="rId3" Type="http://schemas.openxmlformats.org/officeDocument/2006/relationships/tags" Target="../tags/tag128.xml"/><Relationship Id="rId2" Type="http://schemas.openxmlformats.org/officeDocument/2006/relationships/tags" Target="../tags/tag127.xml"/><Relationship Id="rId13" Type="http://schemas.openxmlformats.org/officeDocument/2006/relationships/tags" Target="../tags/tag134.xml"/><Relationship Id="rId12" Type="http://schemas.openxmlformats.org/officeDocument/2006/relationships/tags" Target="../tags/tag133.xml"/><Relationship Id="rId11" Type="http://schemas.openxmlformats.org/officeDocument/2006/relationships/tags" Target="../tags/tag132.xml"/><Relationship Id="rId10" Type="http://schemas.openxmlformats.org/officeDocument/2006/relationships/tags" Target="../tags/tag131.xml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9" Type="http://schemas.openxmlformats.org/officeDocument/2006/relationships/tags" Target="../tags/tag147.xml"/><Relationship Id="rId8" Type="http://schemas.openxmlformats.org/officeDocument/2006/relationships/tags" Target="../tags/tag146.xml"/><Relationship Id="rId7" Type="http://schemas.openxmlformats.org/officeDocument/2006/relationships/tags" Target="../tags/tag145.xml"/><Relationship Id="rId6" Type="http://schemas.openxmlformats.org/officeDocument/2006/relationships/tags" Target="../tags/tag144.xml"/><Relationship Id="rId5" Type="http://schemas.openxmlformats.org/officeDocument/2006/relationships/tags" Target="../tags/tag143.xml"/><Relationship Id="rId4" Type="http://schemas.openxmlformats.org/officeDocument/2006/relationships/tags" Target="../tags/tag142.xml"/><Relationship Id="rId3" Type="http://schemas.openxmlformats.org/officeDocument/2006/relationships/image" Target="../media/image3.png"/><Relationship Id="rId2" Type="http://schemas.openxmlformats.org/officeDocument/2006/relationships/tags" Target="../tags/tag141.xml"/><Relationship Id="rId11" Type="http://schemas.openxmlformats.org/officeDocument/2006/relationships/tags" Target="../tags/tag149.xml"/><Relationship Id="rId10" Type="http://schemas.openxmlformats.org/officeDocument/2006/relationships/tags" Target="../tags/tag148.xml"/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9" Type="http://schemas.openxmlformats.org/officeDocument/2006/relationships/tags" Target="../tags/tag153.xml"/><Relationship Id="rId8" Type="http://schemas.openxmlformats.org/officeDocument/2006/relationships/tags" Target="../tags/tag152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151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150.xml"/><Relationship Id="rId12" Type="http://schemas.openxmlformats.org/officeDocument/2006/relationships/tags" Target="../tags/tag156.xml"/><Relationship Id="rId11" Type="http://schemas.openxmlformats.org/officeDocument/2006/relationships/tags" Target="../tags/tag155.xml"/><Relationship Id="rId10" Type="http://schemas.openxmlformats.org/officeDocument/2006/relationships/tags" Target="../tags/tag154.xml"/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161.xml"/><Relationship Id="rId7" Type="http://schemas.openxmlformats.org/officeDocument/2006/relationships/tags" Target="../tags/tag160.xml"/><Relationship Id="rId6" Type="http://schemas.openxmlformats.org/officeDocument/2006/relationships/tags" Target="../tags/tag159.xml"/><Relationship Id="rId5" Type="http://schemas.openxmlformats.org/officeDocument/2006/relationships/tags" Target="../tags/tag158.xml"/><Relationship Id="rId4" Type="http://schemas.openxmlformats.org/officeDocument/2006/relationships/image" Target="file:///C:\Users\1V994W2\PycharmProjects\PPT_Background_Generation/pic_temp/pic_half_down.png" TargetMode="External"/><Relationship Id="rId3" Type="http://schemas.openxmlformats.org/officeDocument/2006/relationships/image" Target="../media/image6.png"/><Relationship Id="rId2" Type="http://schemas.openxmlformats.org/officeDocument/2006/relationships/tags" Target="../tags/tag157.xml"/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9" Type="http://schemas.openxmlformats.org/officeDocument/2006/relationships/tags" Target="../tags/tag165.xml"/><Relationship Id="rId8" Type="http://schemas.openxmlformats.org/officeDocument/2006/relationships/tags" Target="../tags/tag164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163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162.xml"/><Relationship Id="rId13" Type="http://schemas.openxmlformats.org/officeDocument/2006/relationships/tags" Target="../tags/tag169.xml"/><Relationship Id="rId12" Type="http://schemas.openxmlformats.org/officeDocument/2006/relationships/tags" Target="../tags/tag168.xml"/><Relationship Id="rId11" Type="http://schemas.openxmlformats.org/officeDocument/2006/relationships/tags" Target="../tags/tag167.xml"/><Relationship Id="rId10" Type="http://schemas.openxmlformats.org/officeDocument/2006/relationships/tags" Target="../tags/tag166.xml"/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9" Type="http://schemas.openxmlformats.org/officeDocument/2006/relationships/tags" Target="../tags/tag173.xml"/><Relationship Id="rId8" Type="http://schemas.openxmlformats.org/officeDocument/2006/relationships/tags" Target="../tags/tag172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171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170.xml"/><Relationship Id="rId15" Type="http://schemas.openxmlformats.org/officeDocument/2006/relationships/tags" Target="../tags/tag179.xml"/><Relationship Id="rId14" Type="http://schemas.openxmlformats.org/officeDocument/2006/relationships/tags" Target="../tags/tag178.xml"/><Relationship Id="rId13" Type="http://schemas.openxmlformats.org/officeDocument/2006/relationships/tags" Target="../tags/tag177.xml"/><Relationship Id="rId12" Type="http://schemas.openxmlformats.org/officeDocument/2006/relationships/tags" Target="../tags/tag176.xml"/><Relationship Id="rId11" Type="http://schemas.openxmlformats.org/officeDocument/2006/relationships/tags" Target="../tags/tag175.xml"/><Relationship Id="rId10" Type="http://schemas.openxmlformats.org/officeDocument/2006/relationships/tags" Target="../tags/tag174.xml"/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9" Type="http://schemas.openxmlformats.org/officeDocument/2006/relationships/tags" Target="../tags/tag183.xml"/><Relationship Id="rId8" Type="http://schemas.openxmlformats.org/officeDocument/2006/relationships/tags" Target="../tags/tag182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181.xml"/><Relationship Id="rId4" Type="http://schemas.openxmlformats.org/officeDocument/2006/relationships/image" Target="file:///C:\Users\1V994W2\Documents\Tencent%20Files\574576071\FileRecv\&#25340;&#35013;&#32032;&#26448;\&#31616;&#32422;&#28385;&#29256;-60\\33\subject_holdleft_48,76,63_0_staid_full_0.png" TargetMode="External"/><Relationship Id="rId3" Type="http://schemas.openxmlformats.org/officeDocument/2006/relationships/image" Target="../media/image7.png"/><Relationship Id="rId2" Type="http://schemas.openxmlformats.org/officeDocument/2006/relationships/tags" Target="../tags/tag180.xml"/><Relationship Id="rId11" Type="http://schemas.openxmlformats.org/officeDocument/2006/relationships/tags" Target="../tags/tag185.xml"/><Relationship Id="rId10" Type="http://schemas.openxmlformats.org/officeDocument/2006/relationships/tags" Target="../tags/tag184.xml"/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4" Type="http://schemas.openxmlformats.org/officeDocument/2006/relationships/tags" Target="../tags/tag188.xml"/><Relationship Id="rId3" Type="http://schemas.openxmlformats.org/officeDocument/2006/relationships/tags" Target="../tags/tag187.xml"/><Relationship Id="rId2" Type="http://schemas.openxmlformats.org/officeDocument/2006/relationships/tags" Target="../tags/tag186.xml"/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9" Type="http://schemas.openxmlformats.org/officeDocument/2006/relationships/tags" Target="../tags/tag192.xml"/><Relationship Id="rId8" Type="http://schemas.openxmlformats.org/officeDocument/2006/relationships/tags" Target="../tags/tag191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190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189.xml"/><Relationship Id="rId13" Type="http://schemas.openxmlformats.org/officeDocument/2006/relationships/tags" Target="../tags/tag196.xml"/><Relationship Id="rId12" Type="http://schemas.openxmlformats.org/officeDocument/2006/relationships/tags" Target="../tags/tag195.xml"/><Relationship Id="rId11" Type="http://schemas.openxmlformats.org/officeDocument/2006/relationships/tags" Target="../tags/tag194.xml"/><Relationship Id="rId10" Type="http://schemas.openxmlformats.org/officeDocument/2006/relationships/tags" Target="../tags/tag193.xml"/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9" Type="http://schemas.openxmlformats.org/officeDocument/2006/relationships/tags" Target="../tags/tag200.xml"/><Relationship Id="rId8" Type="http://schemas.openxmlformats.org/officeDocument/2006/relationships/tags" Target="../tags/tag199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198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197.xml"/><Relationship Id="rId12" Type="http://schemas.openxmlformats.org/officeDocument/2006/relationships/tags" Target="../tags/tag203.xml"/><Relationship Id="rId11" Type="http://schemas.openxmlformats.org/officeDocument/2006/relationships/tags" Target="../tags/tag202.xml"/><Relationship Id="rId10" Type="http://schemas.openxmlformats.org/officeDocument/2006/relationships/tags" Target="../tags/tag201.xml"/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9" Type="http://schemas.openxmlformats.org/officeDocument/2006/relationships/tags" Target="../tags/tag207.xml"/><Relationship Id="rId8" Type="http://schemas.openxmlformats.org/officeDocument/2006/relationships/tags" Target="../tags/tag206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205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204.xml"/><Relationship Id="rId11" Type="http://schemas.openxmlformats.org/officeDocument/2006/relationships/tags" Target="../tags/tag209.xml"/><Relationship Id="rId10" Type="http://schemas.openxmlformats.org/officeDocument/2006/relationships/tags" Target="../tags/tag208.xml"/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9" Type="http://schemas.openxmlformats.org/officeDocument/2006/relationships/tags" Target="../tags/tag215.xml"/><Relationship Id="rId8" Type="http://schemas.openxmlformats.org/officeDocument/2006/relationships/tags" Target="../tags/tag214.xml"/><Relationship Id="rId7" Type="http://schemas.openxmlformats.org/officeDocument/2006/relationships/tags" Target="../tags/tag213.xml"/><Relationship Id="rId6" Type="http://schemas.openxmlformats.org/officeDocument/2006/relationships/tags" Target="../tags/tag212.xml"/><Relationship Id="rId5" Type="http://schemas.openxmlformats.org/officeDocument/2006/relationships/tags" Target="../tags/tag211.xml"/><Relationship Id="rId4" Type="http://schemas.openxmlformats.org/officeDocument/2006/relationships/image" Target="file:///C:\Users\1V994W2\PycharmProjects\PPT_Background_Generation/pic_temp/pic_sup.png" TargetMode="External"/><Relationship Id="rId3" Type="http://schemas.openxmlformats.org/officeDocument/2006/relationships/image" Target="../media/image8.png"/><Relationship Id="rId2" Type="http://schemas.openxmlformats.org/officeDocument/2006/relationships/tags" Target="../tags/tag210.xml"/><Relationship Id="rId1" Type="http://schemas.openxmlformats.org/officeDocument/2006/relationships/slideMaster" Target="../slideMasters/slideMaster4.xml"/></Relationships>
</file>

<file path=ppt/slideLayouts/_rels/slideLayout34.xml.rels><?xml version="1.0" encoding="UTF-8" standalone="yes"?>
<Relationships xmlns="http://schemas.openxmlformats.org/package/2006/relationships"><Relationship Id="rId9" Type="http://schemas.openxmlformats.org/officeDocument/2006/relationships/tags" Target="../tags/tag219.xml"/><Relationship Id="rId8" Type="http://schemas.openxmlformats.org/officeDocument/2006/relationships/tags" Target="../tags/tag218.xml"/><Relationship Id="rId7" Type="http://schemas.openxmlformats.org/officeDocument/2006/relationships/image" Target="file:///C:\Users\1V994W2\PycharmProjects\PPT_Background_Generation/pic_temp/1_pic_quater_left_down.png" TargetMode="External"/><Relationship Id="rId6" Type="http://schemas.openxmlformats.org/officeDocument/2006/relationships/image" Target="../media/image5.png"/><Relationship Id="rId5" Type="http://schemas.openxmlformats.org/officeDocument/2006/relationships/tags" Target="../tags/tag217.xml"/><Relationship Id="rId4" Type="http://schemas.openxmlformats.org/officeDocument/2006/relationships/image" Target="file:///C:\Users\1V994W2\PycharmProjects\PPT_Background_Generation/pic_temp/0_pic_quater_right_down.png" TargetMode="External"/><Relationship Id="rId3" Type="http://schemas.openxmlformats.org/officeDocument/2006/relationships/image" Target="../media/image4.png"/><Relationship Id="rId2" Type="http://schemas.openxmlformats.org/officeDocument/2006/relationships/tags" Target="../tags/tag216.xml"/><Relationship Id="rId11" Type="http://schemas.openxmlformats.org/officeDocument/2006/relationships/tags" Target="../tags/tag221.xml"/><Relationship Id="rId10" Type="http://schemas.openxmlformats.org/officeDocument/2006/relationships/tags" Target="../tags/tag220.xml"/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9" Type="http://schemas.openxmlformats.org/officeDocument/2006/relationships/tags" Target="../tags/tag225.xml"/><Relationship Id="rId8" Type="http://schemas.openxmlformats.org/officeDocument/2006/relationships/image" Target="file:///C:\Users\1V994W2\PycharmProjects\PPT_Background_Generation/pic_temp/1_pic_quater_left_down.png" TargetMode="External"/><Relationship Id="rId7" Type="http://schemas.openxmlformats.org/officeDocument/2006/relationships/image" Target="../media/image5.png"/><Relationship Id="rId6" Type="http://schemas.openxmlformats.org/officeDocument/2006/relationships/tags" Target="../tags/tag224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4.png"/><Relationship Id="rId3" Type="http://schemas.openxmlformats.org/officeDocument/2006/relationships/tags" Target="../tags/tag223.xml"/><Relationship Id="rId2" Type="http://schemas.openxmlformats.org/officeDocument/2006/relationships/tags" Target="../tags/tag222.xml"/><Relationship Id="rId13" Type="http://schemas.openxmlformats.org/officeDocument/2006/relationships/tags" Target="../tags/tag229.xml"/><Relationship Id="rId12" Type="http://schemas.openxmlformats.org/officeDocument/2006/relationships/tags" Target="../tags/tag228.xml"/><Relationship Id="rId11" Type="http://schemas.openxmlformats.org/officeDocument/2006/relationships/tags" Target="../tags/tag227.xml"/><Relationship Id="rId10" Type="http://schemas.openxmlformats.org/officeDocument/2006/relationships/tags" Target="../tags/tag226.xml"/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9" Type="http://schemas.openxmlformats.org/officeDocument/2006/relationships/tags" Target="../tags/tag235.xml"/><Relationship Id="rId8" Type="http://schemas.openxmlformats.org/officeDocument/2006/relationships/tags" Target="../tags/tag234.xml"/><Relationship Id="rId7" Type="http://schemas.openxmlformats.org/officeDocument/2006/relationships/tags" Target="../tags/tag233.xml"/><Relationship Id="rId6" Type="http://schemas.openxmlformats.org/officeDocument/2006/relationships/tags" Target="../tags/tag232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4.png"/><Relationship Id="rId3" Type="http://schemas.openxmlformats.org/officeDocument/2006/relationships/tags" Target="../tags/tag231.xml"/><Relationship Id="rId2" Type="http://schemas.openxmlformats.org/officeDocument/2006/relationships/tags" Target="../tags/tag230.xml"/><Relationship Id="rId11" Type="http://schemas.openxmlformats.org/officeDocument/2006/relationships/tags" Target="../tags/tag237.xml"/><Relationship Id="rId10" Type="http://schemas.openxmlformats.org/officeDocument/2006/relationships/tags" Target="../tags/tag236.xml"/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9" Type="http://schemas.openxmlformats.org/officeDocument/2006/relationships/tags" Target="../tags/tag241.xml"/><Relationship Id="rId8" Type="http://schemas.openxmlformats.org/officeDocument/2006/relationships/image" Target="file:///C:\Users\1V994W2\PycharmProjects\PPT_Background_Generation/pic_temp/1_pic_quater_left_down.png" TargetMode="External"/><Relationship Id="rId7" Type="http://schemas.openxmlformats.org/officeDocument/2006/relationships/image" Target="../media/image5.png"/><Relationship Id="rId6" Type="http://schemas.openxmlformats.org/officeDocument/2006/relationships/tags" Target="../tags/tag240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4.png"/><Relationship Id="rId3" Type="http://schemas.openxmlformats.org/officeDocument/2006/relationships/tags" Target="../tags/tag239.xml"/><Relationship Id="rId2" Type="http://schemas.openxmlformats.org/officeDocument/2006/relationships/tags" Target="../tags/tag238.xml"/><Relationship Id="rId14" Type="http://schemas.openxmlformats.org/officeDocument/2006/relationships/tags" Target="../tags/tag246.xml"/><Relationship Id="rId13" Type="http://schemas.openxmlformats.org/officeDocument/2006/relationships/tags" Target="../tags/tag245.xml"/><Relationship Id="rId12" Type="http://schemas.openxmlformats.org/officeDocument/2006/relationships/tags" Target="../tags/tag244.xml"/><Relationship Id="rId11" Type="http://schemas.openxmlformats.org/officeDocument/2006/relationships/tags" Target="../tags/tag243.xml"/><Relationship Id="rId10" Type="http://schemas.openxmlformats.org/officeDocument/2006/relationships/tags" Target="../tags/tag242.xml"/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9" Type="http://schemas.openxmlformats.org/officeDocument/2006/relationships/tags" Target="../tags/tag250.xml"/><Relationship Id="rId8" Type="http://schemas.openxmlformats.org/officeDocument/2006/relationships/image" Target="file:///C:\Users\1V994W2\PycharmProjects\PPT_Background_Generation/pic_temp/1_pic_quater_left_down.png" TargetMode="External"/><Relationship Id="rId7" Type="http://schemas.openxmlformats.org/officeDocument/2006/relationships/image" Target="../media/image5.png"/><Relationship Id="rId6" Type="http://schemas.openxmlformats.org/officeDocument/2006/relationships/tags" Target="../tags/tag249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4.png"/><Relationship Id="rId3" Type="http://schemas.openxmlformats.org/officeDocument/2006/relationships/tags" Target="../tags/tag248.xml"/><Relationship Id="rId2" Type="http://schemas.openxmlformats.org/officeDocument/2006/relationships/tags" Target="../tags/tag247.xml"/><Relationship Id="rId14" Type="http://schemas.openxmlformats.org/officeDocument/2006/relationships/tags" Target="../tags/tag255.xml"/><Relationship Id="rId13" Type="http://schemas.openxmlformats.org/officeDocument/2006/relationships/tags" Target="../tags/tag254.xml"/><Relationship Id="rId12" Type="http://schemas.openxmlformats.org/officeDocument/2006/relationships/tags" Target="../tags/tag253.xml"/><Relationship Id="rId11" Type="http://schemas.openxmlformats.org/officeDocument/2006/relationships/tags" Target="../tags/tag252.xml"/><Relationship Id="rId10" Type="http://schemas.openxmlformats.org/officeDocument/2006/relationships/tags" Target="../tags/tag251.xml"/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9" Type="http://schemas.openxmlformats.org/officeDocument/2006/relationships/tags" Target="../tags/tag259.xml"/><Relationship Id="rId8" Type="http://schemas.openxmlformats.org/officeDocument/2006/relationships/image" Target="file:///C:\Users\1V994W2\PycharmProjects\PPT_Background_Generation/pic_temp/1_pic_quater_left_down.png" TargetMode="External"/><Relationship Id="rId7" Type="http://schemas.openxmlformats.org/officeDocument/2006/relationships/image" Target="../media/image5.png"/><Relationship Id="rId6" Type="http://schemas.openxmlformats.org/officeDocument/2006/relationships/tags" Target="../tags/tag258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4.png"/><Relationship Id="rId3" Type="http://schemas.openxmlformats.org/officeDocument/2006/relationships/tags" Target="../tags/tag257.xml"/><Relationship Id="rId2" Type="http://schemas.openxmlformats.org/officeDocument/2006/relationships/tags" Target="../tags/tag256.xml"/><Relationship Id="rId16" Type="http://schemas.openxmlformats.org/officeDocument/2006/relationships/tags" Target="../tags/tag266.xml"/><Relationship Id="rId15" Type="http://schemas.openxmlformats.org/officeDocument/2006/relationships/tags" Target="../tags/tag265.xml"/><Relationship Id="rId14" Type="http://schemas.openxmlformats.org/officeDocument/2006/relationships/tags" Target="../tags/tag264.xml"/><Relationship Id="rId13" Type="http://schemas.openxmlformats.org/officeDocument/2006/relationships/tags" Target="../tags/tag263.xml"/><Relationship Id="rId12" Type="http://schemas.openxmlformats.org/officeDocument/2006/relationships/tags" Target="../tags/tag262.xml"/><Relationship Id="rId11" Type="http://schemas.openxmlformats.org/officeDocument/2006/relationships/tags" Target="../tags/tag261.xml"/><Relationship Id="rId10" Type="http://schemas.openxmlformats.org/officeDocument/2006/relationships/tags" Target="../tags/tag260.xml"/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9" Type="http://schemas.openxmlformats.org/officeDocument/2006/relationships/tags" Target="../tags/tag270.xml"/><Relationship Id="rId8" Type="http://schemas.openxmlformats.org/officeDocument/2006/relationships/image" Target="file:///C:\Users\1V994W2\PycharmProjects\PPT_Background_Generation/pic_temp/1_pic_quater_left_down.png" TargetMode="External"/><Relationship Id="rId7" Type="http://schemas.openxmlformats.org/officeDocument/2006/relationships/image" Target="../media/image10.png"/><Relationship Id="rId6" Type="http://schemas.openxmlformats.org/officeDocument/2006/relationships/tags" Target="../tags/tag269.xml"/><Relationship Id="rId5" Type="http://schemas.openxmlformats.org/officeDocument/2006/relationships/image" Target="file:///C:\Users\1V994W2\PycharmProjects\PPT_Background_Generation/pic_temp/0_pic_quater_right_down.png" TargetMode="External"/><Relationship Id="rId4" Type="http://schemas.openxmlformats.org/officeDocument/2006/relationships/image" Target="../media/image9.png"/><Relationship Id="rId3" Type="http://schemas.openxmlformats.org/officeDocument/2006/relationships/tags" Target="../tags/tag268.xml"/><Relationship Id="rId2" Type="http://schemas.openxmlformats.org/officeDocument/2006/relationships/tags" Target="../tags/tag267.xml"/><Relationship Id="rId13" Type="http://schemas.openxmlformats.org/officeDocument/2006/relationships/tags" Target="../tags/tag274.xml"/><Relationship Id="rId12" Type="http://schemas.openxmlformats.org/officeDocument/2006/relationships/tags" Target="../tags/tag273.xml"/><Relationship Id="rId11" Type="http://schemas.openxmlformats.org/officeDocument/2006/relationships/tags" Target="../tags/tag272.xml"/><Relationship Id="rId10" Type="http://schemas.openxmlformats.org/officeDocument/2006/relationships/tags" Target="../tags/tag271.xml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46709" y="-1"/>
            <a:ext cx="10210576" cy="928685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sz="3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在这里填，求不弄乱样式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346709" y="1227147"/>
            <a:ext cx="11199741" cy="523220"/>
          </a:xfrm>
          <a:prstGeom prst="rect">
            <a:avLst/>
          </a:prstGeom>
        </p:spPr>
        <p:txBody>
          <a:bodyPr anchor="ctr" anchorCtr="0">
            <a:spAutoFit/>
          </a:bodyPr>
          <a:lstStyle>
            <a:lvl1pPr marL="360045" indent="-360045">
              <a:lnSpc>
                <a:spcPct val="100000"/>
              </a:lnSpc>
              <a:spcBef>
                <a:spcPts val="0"/>
              </a:spcBef>
              <a:buClr>
                <a:srgbClr val="0B5128"/>
              </a:buClr>
              <a:buFont typeface="Wingdings" panose="05000000000000000000" pitchFamily="2" charset="2"/>
              <a:buChar char="n"/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85800" indent="-228600">
              <a:lnSpc>
                <a:spcPct val="150000"/>
              </a:lnSpc>
              <a:buClr>
                <a:srgbClr val="0B5128"/>
              </a:buClr>
              <a:buFont typeface="Wingdings" panose="05000000000000000000" pitchFamily="2" charset="2"/>
              <a:buChar char="Ø"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lnSpc>
                <a:spcPct val="150000"/>
              </a:lnSpc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kumimoji="1" lang="zh-CN" altLang="en-US" dirty="0"/>
              <a:t>在这里填，求不弄乱样式</a:t>
            </a:r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147811" y="6338999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2000">
                <a:solidFill>
                  <a:srgbClr val="0B5128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E334DFF-A8DE-B148-81B1-4F37B46AC470}" type="slidenum">
              <a:rPr kumimoji="1" lang="zh-CN" altLang="en-US" smtClean="0"/>
            </a:fld>
            <a:endParaRPr kumimoji="1" lang="zh-CN" altLang="en-US"/>
          </a:p>
        </p:txBody>
      </p:sp>
      <p:cxnSp>
        <p:nvCxnSpPr>
          <p:cNvPr id="7" name="直接连接符 9"/>
          <p:cNvCxnSpPr/>
          <p:nvPr userDrawn="1"/>
        </p:nvCxnSpPr>
        <p:spPr>
          <a:xfrm>
            <a:off x="0" y="928688"/>
            <a:ext cx="12192000" cy="0"/>
          </a:xfrm>
          <a:prstGeom prst="line">
            <a:avLst/>
          </a:prstGeom>
          <a:ln w="38100">
            <a:solidFill>
              <a:srgbClr val="0B51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E:\学校\20121109221446303940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01845" y="434104"/>
            <a:ext cx="989166" cy="9891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989" y="6206283"/>
            <a:ext cx="1493521" cy="497841"/>
          </a:xfrm>
          <a:prstGeom prst="rect">
            <a:avLst/>
          </a:prstGeom>
        </p:spPr>
      </p:pic>
      <p:sp>
        <p:nvSpPr>
          <p:cNvPr id="15" name="内容占位符 2"/>
          <p:cNvSpPr>
            <a:spLocks noGrp="1"/>
          </p:cNvSpPr>
          <p:nvPr>
            <p:ph idx="13" hasCustomPrompt="1"/>
          </p:nvPr>
        </p:nvSpPr>
        <p:spPr>
          <a:xfrm>
            <a:off x="697230" y="1942078"/>
            <a:ext cx="4354455" cy="581057"/>
          </a:xfrm>
          <a:prstGeom prst="rect">
            <a:avLst/>
          </a:prstGeom>
        </p:spPr>
        <p:txBody>
          <a:bodyPr wrap="square" lIns="90000" anchor="t" anchorCtr="0">
            <a:spAutoFit/>
          </a:bodyPr>
          <a:lstStyle>
            <a:lvl1pPr marL="360045" indent="-360045">
              <a:lnSpc>
                <a:spcPct val="150000"/>
              </a:lnSpc>
              <a:spcBef>
                <a:spcPts val="0"/>
              </a:spcBef>
              <a:buClr>
                <a:srgbClr val="0B5128"/>
              </a:buClr>
              <a:buFont typeface="Wingdings" panose="05000000000000000000" pitchFamily="2" charset="2"/>
              <a:buChar char="Ø"/>
              <a:defRPr sz="2400" b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85800" indent="-228600">
              <a:lnSpc>
                <a:spcPct val="150000"/>
              </a:lnSpc>
              <a:buClr>
                <a:srgbClr val="0B5128"/>
              </a:buClr>
              <a:buFont typeface="Wingdings" panose="05000000000000000000" pitchFamily="2" charset="2"/>
              <a:buChar char="Ø"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lnSpc>
                <a:spcPct val="150000"/>
              </a:lnSpc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kumimoji="1" lang="zh-CN" altLang="en-US" dirty="0"/>
              <a:t>在这里填，求不弄乱样式</a:t>
            </a:r>
            <a:endParaRPr kumimoji="1"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2788920" y="235521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46709" y="-1"/>
            <a:ext cx="10210576" cy="928685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00000"/>
              </a:lnSpc>
              <a:defRPr sz="36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kumimoji="1" lang="zh-CN" altLang="en-US" dirty="0"/>
              <a:t>在这里填，求不弄乱样式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346709" y="1227147"/>
            <a:ext cx="11199741" cy="523220"/>
          </a:xfrm>
          <a:prstGeom prst="rect">
            <a:avLst/>
          </a:prstGeom>
        </p:spPr>
        <p:txBody>
          <a:bodyPr anchor="ctr" anchorCtr="0">
            <a:spAutoFit/>
          </a:bodyPr>
          <a:lstStyle>
            <a:lvl1pPr marL="360045" indent="-360045">
              <a:lnSpc>
                <a:spcPct val="100000"/>
              </a:lnSpc>
              <a:spcBef>
                <a:spcPts val="0"/>
              </a:spcBef>
              <a:buClr>
                <a:srgbClr val="0B5128"/>
              </a:buClr>
              <a:buFont typeface="Wingdings" panose="05000000000000000000" pitchFamily="2" charset="2"/>
              <a:buChar char="n"/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85800" indent="-228600">
              <a:lnSpc>
                <a:spcPct val="150000"/>
              </a:lnSpc>
              <a:buClr>
                <a:srgbClr val="0B5128"/>
              </a:buClr>
              <a:buFont typeface="Wingdings" panose="05000000000000000000" pitchFamily="2" charset="2"/>
              <a:buChar char="Ø"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lnSpc>
                <a:spcPct val="150000"/>
              </a:lnSpc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kumimoji="1" lang="zh-CN" altLang="en-US" dirty="0"/>
              <a:t>在这里填，求不弄乱样式</a:t>
            </a:r>
            <a:endParaRPr kumimoji="1"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9147811" y="6338999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2000">
                <a:solidFill>
                  <a:srgbClr val="0B5128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E334DFF-A8DE-B148-81B1-4F37B46AC470}" type="slidenum">
              <a:rPr kumimoji="1" lang="zh-CN" altLang="en-US" smtClean="0"/>
            </a:fld>
            <a:endParaRPr kumimoji="1" lang="zh-CN" altLang="en-US"/>
          </a:p>
        </p:txBody>
      </p:sp>
      <p:cxnSp>
        <p:nvCxnSpPr>
          <p:cNvPr id="7" name="直接连接符 9"/>
          <p:cNvCxnSpPr/>
          <p:nvPr userDrawn="1"/>
        </p:nvCxnSpPr>
        <p:spPr>
          <a:xfrm>
            <a:off x="0" y="928688"/>
            <a:ext cx="12192000" cy="0"/>
          </a:xfrm>
          <a:prstGeom prst="line">
            <a:avLst/>
          </a:prstGeom>
          <a:ln w="38100">
            <a:solidFill>
              <a:srgbClr val="0B512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4" descr="E:\学校\20121109221446303940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01845" y="434104"/>
            <a:ext cx="989166" cy="9891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989" y="6206283"/>
            <a:ext cx="1493521" cy="497841"/>
          </a:xfrm>
          <a:prstGeom prst="rect">
            <a:avLst/>
          </a:prstGeom>
        </p:spPr>
      </p:pic>
      <p:sp>
        <p:nvSpPr>
          <p:cNvPr id="15" name="内容占位符 2"/>
          <p:cNvSpPr>
            <a:spLocks noGrp="1"/>
          </p:cNvSpPr>
          <p:nvPr>
            <p:ph idx="13" hasCustomPrompt="1"/>
          </p:nvPr>
        </p:nvSpPr>
        <p:spPr>
          <a:xfrm>
            <a:off x="697230" y="1942078"/>
            <a:ext cx="4354455" cy="581057"/>
          </a:xfrm>
          <a:prstGeom prst="rect">
            <a:avLst/>
          </a:prstGeom>
        </p:spPr>
        <p:txBody>
          <a:bodyPr wrap="square" lIns="90000" anchor="t" anchorCtr="0">
            <a:spAutoFit/>
          </a:bodyPr>
          <a:lstStyle>
            <a:lvl1pPr marL="360045" indent="-360045">
              <a:lnSpc>
                <a:spcPct val="150000"/>
              </a:lnSpc>
              <a:spcBef>
                <a:spcPts val="0"/>
              </a:spcBef>
              <a:buClr>
                <a:srgbClr val="0B5128"/>
              </a:buClr>
              <a:buFont typeface="Wingdings" panose="05000000000000000000" pitchFamily="2" charset="2"/>
              <a:buChar char="Ø"/>
              <a:defRPr sz="2400" b="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685800" indent="-228600">
              <a:lnSpc>
                <a:spcPct val="150000"/>
              </a:lnSpc>
              <a:buClr>
                <a:srgbClr val="0B5128"/>
              </a:buClr>
              <a:buFont typeface="Wingdings" panose="05000000000000000000" pitchFamily="2" charset="2"/>
              <a:buChar char="Ø"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>
              <a:lnSpc>
                <a:spcPct val="150000"/>
              </a:lnSpc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kumimoji="1" lang="zh-CN" altLang="en-US" dirty="0"/>
              <a:t>在这里填，求不弄乱样式</a:t>
            </a:r>
            <a:endParaRPr kumimoji="1" lang="zh-CN" altLang="en-US" dirty="0"/>
          </a:p>
        </p:txBody>
      </p:sp>
      <p:sp>
        <p:nvSpPr>
          <p:cNvPr id="16" name="文本框 15"/>
          <p:cNvSpPr txBox="1"/>
          <p:nvPr userDrawn="1"/>
        </p:nvSpPr>
        <p:spPr>
          <a:xfrm>
            <a:off x="2788920" y="235521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" y="2262"/>
            <a:ext cx="12186096" cy="6853476"/>
          </a:xfrm>
          <a:prstGeom prst="rect">
            <a:avLst/>
          </a:prstGeom>
        </p:spPr>
      </p:pic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6" hasCustomPrompt="1"/>
            <p:custDataLst>
              <p:tags r:id="rId7"/>
            </p:custDataLst>
          </p:nvPr>
        </p:nvSpPr>
        <p:spPr>
          <a:xfrm>
            <a:off x="6592254" y="4318318"/>
            <a:ext cx="1910715" cy="408940"/>
          </a:xfrm>
          <a:prstGeom prst="rect">
            <a:avLst/>
          </a:prstGeom>
        </p:spPr>
        <p:txBody>
          <a:bodyPr vert="horz" wrap="square" lIns="0" tIns="0" rIns="0" bIns="0" anchor="t" anchorCtr="0">
            <a:normAutofit/>
          </a:bodyPr>
          <a:lstStyle>
            <a:lvl1pPr marL="342900" marR="0" indent="-342900" algn="l" rtl="0" eaLnBrk="1" fontAlgn="auto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ts val="1600"/>
              <a:buFont typeface="Arial" panose="020B0604020202020204" pitchFamily="34" charset="0"/>
              <a:buNone/>
              <a:defRPr sz="1600" b="0" spc="15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100000"/>
                </a:schemeClr>
              </a:buClr>
              <a:buSzPts val="1600"/>
              <a:buFont typeface="Arial" panose="020B0604020202020204" pitchFamily="34" charset="0"/>
              <a:buNone/>
            </a:pPr>
            <a:r>
              <a:rPr lang="zh-CN" altLang="en-US"/>
              <a:t>编辑文本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 hasCustomPrompt="1"/>
            <p:custDataLst>
              <p:tags r:id="rId8"/>
            </p:custDataLst>
          </p:nvPr>
        </p:nvSpPr>
        <p:spPr>
          <a:xfrm>
            <a:off x="6592254" y="4793297"/>
            <a:ext cx="1910715" cy="408940"/>
          </a:xfrm>
          <a:prstGeom prst="rect">
            <a:avLst/>
          </a:prstGeom>
        </p:spPr>
        <p:txBody>
          <a:bodyPr vert="horz" wrap="square" lIns="0" tIns="0" rIns="0" bIns="0" anchor="t" anchorCtr="0">
            <a:normAutofit/>
          </a:bodyPr>
          <a:lstStyle>
            <a:lvl1pPr marL="342900" marR="0" indent="-342900" algn="l" rtl="0" eaLnBrk="1" fontAlgn="auto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ts val="1600"/>
              <a:buFont typeface="Arial" panose="020B0604020202020204" pitchFamily="34" charset="0"/>
              <a:buNone/>
              <a:defRPr sz="1600" b="0" spc="15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100000"/>
                </a:schemeClr>
              </a:buClr>
              <a:buSzPts val="1600"/>
              <a:buFont typeface="Arial" panose="020B0604020202020204" pitchFamily="34" charset="0"/>
              <a:buNone/>
            </a:pPr>
            <a:r>
              <a:rPr lang="zh-CN" altLang="en-US"/>
              <a:t>编辑文本</a:t>
            </a:r>
            <a:endParaRPr lang="zh-CN" altLang="en-US"/>
          </a:p>
        </p:txBody>
      </p:sp>
      <p:sp>
        <p:nvSpPr>
          <p:cNvPr id="3" name="标题 2"/>
          <p:cNvSpPr>
            <a:spLocks noGrp="1"/>
          </p:cNvSpPr>
          <p:nvPr>
            <p:ph type="ctrTitle" idx="14" hasCustomPrompt="1"/>
            <p:custDataLst>
              <p:tags r:id="rId9"/>
            </p:custDataLst>
          </p:nvPr>
        </p:nvSpPr>
        <p:spPr>
          <a:xfrm>
            <a:off x="6615749" y="2392364"/>
            <a:ext cx="4825365" cy="1109345"/>
          </a:xfrm>
        </p:spPr>
        <p:txBody>
          <a:bodyPr vert="horz" wrap="square" lIns="0" tIns="0" rIns="0" bIns="0" anchor="b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Pts val="5400"/>
              <a:buFont typeface="Arial" panose="020B0604020202020204" pitchFamily="34" charset="0"/>
              <a:buNone/>
              <a:defRPr sz="5400" b="0" spc="600">
                <a:solidFill>
                  <a:schemeClr val="tx1"/>
                </a:solidFill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/>
              <a:t>编辑标题</a:t>
            </a:r>
            <a:endParaRPr lang="zh-CN" altLang="en-US"/>
          </a:p>
        </p:txBody>
      </p:sp>
      <p:sp>
        <p:nvSpPr>
          <p:cNvPr id="2" name="副标题 1"/>
          <p:cNvSpPr>
            <a:spLocks noGrp="1"/>
          </p:cNvSpPr>
          <p:nvPr>
            <p:ph type="subTitle" idx="13" hasCustomPrompt="1"/>
            <p:custDataLst>
              <p:tags r:id="rId10"/>
            </p:custDataLst>
          </p:nvPr>
        </p:nvSpPr>
        <p:spPr>
          <a:xfrm>
            <a:off x="6615748" y="3567748"/>
            <a:ext cx="4826000" cy="370205"/>
          </a:xfrm>
        </p:spPr>
        <p:txBody>
          <a:bodyPr vert="horz" wrap="square" lIns="0" tIns="0" rIns="0" bIns="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defRPr sz="2000" b="0" spc="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>
            <p:custDataLst>
              <p:tags r:id="rId11"/>
            </p:custDataLst>
          </p:nvPr>
        </p:nvCxnSpPr>
        <p:spPr>
          <a:xfrm>
            <a:off x="6592253" y="4122738"/>
            <a:ext cx="476504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9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wrap="square" lIns="90170" tIns="46990" rIns="90170" bIns="4699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4064000" y="0"/>
            <a:ext cx="4064000" cy="1141984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 idx="13" hasCustomPrompt="1"/>
            <p:custDataLst>
              <p:tags r:id="rId8"/>
            </p:custDataLst>
          </p:nvPr>
        </p:nvSpPr>
        <p:spPr>
          <a:xfrm>
            <a:off x="3629978" y="2610167"/>
            <a:ext cx="4932045" cy="1637665"/>
          </a:xfrm>
        </p:spPr>
        <p:txBody>
          <a:bodyPr vert="horz" wrap="square" lIns="0" tIns="0" rIns="0" bIns="0" anchor="ctr" anchorCtr="0">
            <a:normAutofit/>
          </a:bodyPr>
          <a:lstStyle>
            <a:lvl1pPr marL="0" marR="0" indent="0" algn="di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Pts val="8000"/>
              <a:buFont typeface="Arial" panose="020B0604020202020204" pitchFamily="34" charset="0"/>
              <a:buNone/>
              <a:defRPr sz="8000" b="0" spc="800">
                <a:solidFill>
                  <a:schemeClr val="tx1"/>
                </a:solidFill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/>
              <a:t>编辑标题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9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wrap="square" lIns="90170" tIns="46990" rIns="90170" bIns="4699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  <a:p>
            <a:pPr lvl="1"/>
            <a:r>
              <a:rPr>
                <a:sym typeface="+mn-ea"/>
              </a:rPr>
              <a:t>第二级</a:t>
            </a:r>
            <a:endParaRPr>
              <a:sym typeface="+mn-ea"/>
            </a:endParaRPr>
          </a:p>
          <a:p>
            <a:pPr lvl="2"/>
            <a:r>
              <a:rPr>
                <a:sym typeface="+mn-ea"/>
              </a:rPr>
              <a:t>第三级</a:t>
            </a:r>
            <a:endParaRPr>
              <a:sym typeface="+mn-ea"/>
            </a:endParaRPr>
          </a:p>
          <a:p>
            <a:pPr lvl="3"/>
            <a:r>
              <a:rPr>
                <a:sym typeface="+mn-ea"/>
              </a:rPr>
              <a:t>第四级</a:t>
            </a:r>
            <a:endParaRPr>
              <a:sym typeface="+mn-ea"/>
            </a:endParaRPr>
          </a:p>
          <a:p>
            <a:pPr lvl="4"/>
            <a:r>
              <a:rPr>
                <a:sym typeface="+mn-ea"/>
              </a:rPr>
              <a:t>第五级</a:t>
            </a:r>
            <a:endParaRPr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10"/>
            </p:custDataLst>
          </p:nvPr>
        </p:nvSpPr>
        <p:spPr>
          <a:xfrm>
            <a:off x="6238877" y="952508"/>
            <a:ext cx="5283242" cy="5388907"/>
          </a:xfrm>
        </p:spPr>
        <p:txBody>
          <a:bodyPr wrap="square" lIns="90170" tIns="46990" rIns="90170" bIns="46990">
            <a:normAutofit/>
          </a:bodyPr>
          <a:lstStyle>
            <a:lvl1pPr eaLnBrk="1" fontAlgn="auto" latinLnBrk="0" hangingPunct="1">
              <a:defRPr sz="16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eaLnBrk="1" fontAlgn="auto" latinLnBrk="0" hangingPunct="1">
              <a:defRPr sz="16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defRPr sz="16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sz="16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sz="16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11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12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13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9"/>
            </p:custDataLst>
          </p:nvPr>
        </p:nvSpPr>
        <p:spPr>
          <a:xfrm>
            <a:off x="669930" y="952508"/>
            <a:ext cx="5283242" cy="381003"/>
          </a:xfrm>
        </p:spPr>
        <p:txBody>
          <a:bodyPr wrap="square" lIns="90170" tIns="46990" rIns="90170" bIns="46990" anchor="ctr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10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wrap="square" lIns="90170" tIns="46990" rIns="90170" bIns="4699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11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12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wrap="square" lIns="90170" tIns="46990" rIns="90170" bIns="4699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13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14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15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7498080" y="2194560"/>
            <a:ext cx="4389120" cy="2468880"/>
          </a:xfrm>
          <a:prstGeom prst="rect">
            <a:avLst/>
          </a:prstGeom>
        </p:spPr>
      </p:pic>
      <p:pic>
        <p:nvPicPr>
          <p:cNvPr id="6" name="图片 5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0" y="6202718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882" y="443230"/>
            <a:ext cx="10852237" cy="441964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9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90170" tIns="46990" rIns="90170" bIns="4699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10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wrap="square" lIns="90170" tIns="46990" rIns="90170" bIns="4699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11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12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13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8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wrap="square" lIns="90170" tIns="46990" rIns="90170" bIns="4699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9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 wrap="square">
            <a:normAutofit/>
          </a:bodyPr>
          <a:lstStyle>
            <a:lvl1pPr indent="0" eaLnBrk="1" fontAlgn="auto" latinLnBrk="0" hangingPunct="1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indent="0" eaLnBrk="1" fontAlgn="auto" latinLnBrk="0" hangingPunct="1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indent="0" eaLnBrk="1" fontAlgn="auto" latinLnBrk="0" hangingPunct="1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indent="0" eaLnBrk="1" fontAlgn="auto" latinLnBrk="0" hangingPunct="1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indent="0" eaLnBrk="1" fontAlgn="auto" latinLnBrk="0" hangingPunct="1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6" name="图片 5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1"/>
            </p:custDataLst>
          </p:nvPr>
        </p:nvSpPr>
        <p:spPr>
          <a:xfrm>
            <a:off x="669930" y="952508"/>
            <a:ext cx="10852237" cy="5388907"/>
          </a:xfrm>
        </p:spPr>
        <p:txBody>
          <a:bodyPr wrap="square">
            <a:norm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4" hasCustomPrompt="1"/>
            <p:custDataLst>
              <p:tags r:id="rId8"/>
            </p:custDataLst>
          </p:nvPr>
        </p:nvSpPr>
        <p:spPr>
          <a:xfrm>
            <a:off x="6604000" y="3537268"/>
            <a:ext cx="4826000" cy="1111250"/>
          </a:xfrm>
        </p:spPr>
        <p:txBody>
          <a:bodyPr vert="horz" wrap="square" lIns="0" tIns="0" rIns="0" bIns="0" anchor="t" anchorCtr="0">
            <a:normAutofit/>
          </a:bodyPr>
          <a:lstStyle>
            <a:lvl1pPr marL="342900" marR="0" indent="-342900" algn="l" rtl="0" eaLnBrk="1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ts val="1800"/>
              <a:buFont typeface="Arial" panose="020B0604020202020204" pitchFamily="34" charset="0"/>
              <a:buNone/>
              <a:defRPr sz="1800" b="0" spc="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65000"/>
                  <a:lumOff val="35000"/>
                </a:schemeClr>
              </a:buClr>
              <a:buSzPts val="1800"/>
              <a:buFont typeface="Arial" panose="020B0604020202020204" pitchFamily="34" charset="0"/>
              <a:buNone/>
            </a:pPr>
            <a:r>
              <a:rPr lang="zh-CN" altLang="en-US"/>
              <a:t>单击此处编辑副标题</a:t>
            </a:r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idx="13" hasCustomPrompt="1"/>
            <p:custDataLst>
              <p:tags r:id="rId9"/>
            </p:custDataLst>
          </p:nvPr>
        </p:nvSpPr>
        <p:spPr>
          <a:xfrm>
            <a:off x="6604000" y="2145983"/>
            <a:ext cx="4825365" cy="1351915"/>
          </a:xfrm>
        </p:spPr>
        <p:txBody>
          <a:bodyPr vert="horz" wrap="square" lIns="0" tIns="0" rIns="0" bIns="0" anchor="b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Pts val="6600"/>
              <a:buFont typeface="Arial" panose="020B0604020202020204" pitchFamily="34" charset="0"/>
              <a:buNone/>
              <a:defRPr sz="6600" b="0" spc="700">
                <a:solidFill>
                  <a:schemeClr val="tx1"/>
                </a:solidFill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/>
              <a:t>编辑标题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6" name="图片 5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882" y="443230"/>
            <a:ext cx="10852237" cy="441964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292075" y="303809"/>
            <a:ext cx="11607851" cy="6250382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9" name="图片 8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6"/>
            </p:custDataLst>
          </p:nvPr>
        </p:nvPicPr>
        <p:blipFill>
          <a:blip r:embed="rId7" r:link="rId8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281600" y="1249200"/>
            <a:ext cx="9626400" cy="723600"/>
          </a:xfrm>
        </p:spPr>
        <p:txBody>
          <a:bodyPr wrap="square" anchor="ctr">
            <a:normAutofit/>
          </a:bodyPr>
          <a:lstStyle>
            <a:lvl1pPr>
              <a:defRPr sz="3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0"/>
            </p:custDataLst>
          </p:nvPr>
        </p:nvSpPr>
        <p:spPr>
          <a:xfrm>
            <a:off x="1281113" y="2163600"/>
            <a:ext cx="9626600" cy="34452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1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2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3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4824603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583200" y="770400"/>
            <a:ext cx="3960000" cy="882000"/>
          </a:xfrm>
        </p:spPr>
        <p:txBody>
          <a:bodyPr wrap="square" anchor="ctr" anchorCtr="0">
            <a:normAutofit/>
          </a:bodyPr>
          <a:lstStyle>
            <a:lvl1pPr>
              <a:defRPr sz="36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0"/>
            </p:custDataLst>
          </p:nvPr>
        </p:nvSpPr>
        <p:spPr>
          <a:xfrm>
            <a:off x="586800" y="1764000"/>
            <a:ext cx="3956400" cy="40932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1"/>
            </p:custDataLst>
          </p:nvPr>
        </p:nvSpPr>
        <p:spPr>
          <a:xfrm>
            <a:off x="5101200" y="769938"/>
            <a:ext cx="6480000" cy="5087937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2664333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6"/>
            </p:custDataLst>
          </p:nvPr>
        </p:nvPicPr>
        <p:blipFill>
          <a:blip r:embed="rId7" r:link="rId8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12000" y="781200"/>
            <a:ext cx="10976400" cy="626400"/>
          </a:xfrm>
        </p:spPr>
        <p:txBody>
          <a:bodyPr wrap="square" anchor="ctr">
            <a:normAutofit/>
          </a:bodyPr>
          <a:lstStyle>
            <a:lvl1pPr algn="ctr">
              <a:defRPr sz="36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612000" y="1659600"/>
            <a:ext cx="10975975" cy="828000"/>
          </a:xfrm>
        </p:spPr>
        <p:txBody>
          <a:bodyPr wrap="square">
            <a:normAutofit/>
          </a:bodyPr>
          <a:lstStyle>
            <a:lvl1pPr algn="ctr"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12775" y="2808000"/>
            <a:ext cx="10965600" cy="34308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0" y="5028971"/>
            <a:ext cx="12192000" cy="1829029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6"/>
            </p:custDataLst>
          </p:nvPr>
        </p:nvPicPr>
        <p:blipFill>
          <a:blip r:embed="rId7" r:link="rId8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04800" y="669600"/>
            <a:ext cx="10976400" cy="565200"/>
          </a:xfrm>
        </p:spPr>
        <p:txBody>
          <a:bodyPr wrap="square" anchor="ctr" anchorCtr="0">
            <a:normAutofit/>
          </a:bodyPr>
          <a:lstStyle>
            <a:lvl1pPr algn="ctr">
              <a:defRPr sz="3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604837" y="1681200"/>
            <a:ext cx="10990800" cy="32112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4"/>
            </p:custDataLst>
          </p:nvPr>
        </p:nvSpPr>
        <p:spPr>
          <a:xfrm>
            <a:off x="594000" y="5180400"/>
            <a:ext cx="11001600" cy="10116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11471910" y="6202718"/>
            <a:ext cx="720090" cy="655282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6"/>
            </p:custDataLst>
          </p:nvPr>
        </p:nvPicPr>
        <p:blipFill>
          <a:blip r:embed="rId7" r:link="rId8" cstate="email"/>
          <a:stretch>
            <a:fillRect/>
          </a:stretch>
        </p:blipFill>
        <p:spPr>
          <a:xfrm>
            <a:off x="0" y="6202718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79600" y="237600"/>
            <a:ext cx="11037600" cy="441964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579600" y="1663200"/>
            <a:ext cx="5342400" cy="28944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242400" y="1663200"/>
            <a:ext cx="5367600" cy="28944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5"/>
            </p:custDataLst>
          </p:nvPr>
        </p:nvSpPr>
        <p:spPr>
          <a:xfrm>
            <a:off x="572400" y="4816800"/>
            <a:ext cx="5342400" cy="7812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6"/>
            </p:custDataLst>
          </p:nvPr>
        </p:nvSpPr>
        <p:spPr>
          <a:xfrm>
            <a:off x="6253200" y="4813200"/>
            <a:ext cx="5367600" cy="7812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953691"/>
            <a:ext cx="12192000" cy="4950618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9" name="图片 8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10571797" y="5383616"/>
            <a:ext cx="1620202" cy="1474384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6"/>
            </p:custDataLst>
          </p:nvPr>
        </p:nvPicPr>
        <p:blipFill>
          <a:blip r:embed="rId7" r:link="rId8" cstate="email"/>
          <a:stretch>
            <a:fillRect/>
          </a:stretch>
        </p:blipFill>
        <p:spPr>
          <a:xfrm>
            <a:off x="0" y="5383616"/>
            <a:ext cx="1620202" cy="14743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522800" y="1339200"/>
            <a:ext cx="9144000" cy="2386800"/>
          </a:xfrm>
        </p:spPr>
        <p:txBody>
          <a:bodyPr wrap="square" anchor="b">
            <a:normAutofit/>
          </a:bodyPr>
          <a:lstStyle>
            <a:lvl1pPr algn="ctr">
              <a:defRPr sz="60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1522413" y="3862800"/>
            <a:ext cx="9144000" cy="1656000"/>
          </a:xfrm>
        </p:spPr>
        <p:txBody>
          <a:bodyPr wrap="square">
            <a:normAutofit/>
          </a:bodyPr>
          <a:lstStyle>
            <a:lvl1pPr algn="ctr"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2" y="2262"/>
            <a:ext cx="12186096" cy="6853476"/>
          </a:xfrm>
          <a:prstGeom prst="rect">
            <a:avLst/>
          </a:prstGeom>
        </p:spPr>
      </p:pic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6" hasCustomPrompt="1"/>
            <p:custDataLst>
              <p:tags r:id="rId7"/>
            </p:custDataLst>
          </p:nvPr>
        </p:nvSpPr>
        <p:spPr>
          <a:xfrm>
            <a:off x="6592254" y="4318318"/>
            <a:ext cx="1910715" cy="408940"/>
          </a:xfrm>
          <a:prstGeom prst="rect">
            <a:avLst/>
          </a:prstGeom>
        </p:spPr>
        <p:txBody>
          <a:bodyPr vert="horz" wrap="square" lIns="0" tIns="0" rIns="0" bIns="0" anchor="t" anchorCtr="0">
            <a:normAutofit/>
          </a:bodyPr>
          <a:lstStyle>
            <a:lvl1pPr marL="342900" marR="0" indent="-342900" algn="l" rtl="0" eaLnBrk="1" fontAlgn="auto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ts val="1600"/>
              <a:buFont typeface="Arial" panose="020B0604020202020204" pitchFamily="34" charset="0"/>
              <a:buNone/>
              <a:defRPr sz="1600" b="0" spc="15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100000"/>
                </a:schemeClr>
              </a:buClr>
              <a:buSzPts val="1600"/>
              <a:buFont typeface="Arial" panose="020B0604020202020204" pitchFamily="34" charset="0"/>
              <a:buNone/>
            </a:pPr>
            <a:r>
              <a:rPr lang="zh-CN" altLang="en-US"/>
              <a:t>编辑文本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5" hasCustomPrompt="1"/>
            <p:custDataLst>
              <p:tags r:id="rId8"/>
            </p:custDataLst>
          </p:nvPr>
        </p:nvSpPr>
        <p:spPr>
          <a:xfrm>
            <a:off x="6592254" y="4793297"/>
            <a:ext cx="1910715" cy="408940"/>
          </a:xfrm>
          <a:prstGeom prst="rect">
            <a:avLst/>
          </a:prstGeom>
        </p:spPr>
        <p:txBody>
          <a:bodyPr vert="horz" wrap="square" lIns="0" tIns="0" rIns="0" bIns="0" anchor="t" anchorCtr="0">
            <a:normAutofit/>
          </a:bodyPr>
          <a:lstStyle>
            <a:lvl1pPr marL="342900" marR="0" indent="-342900" algn="l" rtl="0" eaLnBrk="1" fontAlgn="auto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Tx/>
              <a:buSzPts val="1600"/>
              <a:buFont typeface="Arial" panose="020B0604020202020204" pitchFamily="34" charset="0"/>
              <a:buNone/>
              <a:defRPr sz="1600" b="0" spc="15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Clr>
                <a:schemeClr val="tx1">
                  <a:lumMod val="100000"/>
                </a:schemeClr>
              </a:buClr>
              <a:buSzPts val="1600"/>
              <a:buFont typeface="Arial" panose="020B0604020202020204" pitchFamily="34" charset="0"/>
              <a:buNone/>
            </a:pPr>
            <a:r>
              <a:rPr lang="zh-CN" altLang="en-US"/>
              <a:t>编辑文本</a:t>
            </a:r>
            <a:endParaRPr lang="zh-CN" altLang="en-US"/>
          </a:p>
        </p:txBody>
      </p:sp>
      <p:sp>
        <p:nvSpPr>
          <p:cNvPr id="3" name="标题 2"/>
          <p:cNvSpPr>
            <a:spLocks noGrp="1"/>
          </p:cNvSpPr>
          <p:nvPr>
            <p:ph type="ctrTitle" idx="14" hasCustomPrompt="1"/>
            <p:custDataLst>
              <p:tags r:id="rId9"/>
            </p:custDataLst>
          </p:nvPr>
        </p:nvSpPr>
        <p:spPr>
          <a:xfrm>
            <a:off x="6615749" y="2392364"/>
            <a:ext cx="4825365" cy="1109345"/>
          </a:xfrm>
        </p:spPr>
        <p:txBody>
          <a:bodyPr vert="horz" wrap="square" lIns="0" tIns="0" rIns="0" bIns="0" anchor="b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Pts val="5400"/>
              <a:buFont typeface="Arial" panose="020B0604020202020204" pitchFamily="34" charset="0"/>
              <a:buNone/>
              <a:defRPr sz="5400" b="0" spc="600">
                <a:solidFill>
                  <a:schemeClr val="tx1"/>
                </a:solidFill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/>
              <a:t>编辑标题</a:t>
            </a:r>
            <a:endParaRPr lang="zh-CN" altLang="en-US"/>
          </a:p>
        </p:txBody>
      </p:sp>
      <p:sp>
        <p:nvSpPr>
          <p:cNvPr id="2" name="副标题 1"/>
          <p:cNvSpPr>
            <a:spLocks noGrp="1"/>
          </p:cNvSpPr>
          <p:nvPr>
            <p:ph type="subTitle" idx="13" hasCustomPrompt="1"/>
            <p:custDataLst>
              <p:tags r:id="rId10"/>
            </p:custDataLst>
          </p:nvPr>
        </p:nvSpPr>
        <p:spPr>
          <a:xfrm>
            <a:off x="6615748" y="3567748"/>
            <a:ext cx="4826000" cy="370205"/>
          </a:xfrm>
        </p:spPr>
        <p:txBody>
          <a:bodyPr vert="horz" wrap="square" lIns="0" tIns="0" rIns="0" bIns="0" anchor="t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ts val="2000"/>
              <a:buFont typeface="Arial" panose="020B0604020202020204" pitchFamily="34" charset="0"/>
              <a:buNone/>
              <a:defRPr sz="2000" b="0" spc="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>
            <p:custDataLst>
              <p:tags r:id="rId11"/>
            </p:custDataLst>
          </p:nvPr>
        </p:nvCxnSpPr>
        <p:spPr>
          <a:xfrm>
            <a:off x="6592253" y="4122738"/>
            <a:ext cx="476504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9"/>
            </p:custDataLst>
          </p:nvPr>
        </p:nvSpPr>
        <p:spPr>
          <a:xfrm>
            <a:off x="669882" y="952508"/>
            <a:ext cx="10852237" cy="5388907"/>
          </a:xfrm>
        </p:spPr>
        <p:txBody>
          <a:bodyPr vert="horz" wrap="square" lIns="90170" tIns="46990" rIns="90170" bIns="4699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4064000" y="0"/>
            <a:ext cx="4064000" cy="1141984"/>
          </a:xfrm>
          <a:prstGeom prst="rect">
            <a:avLst/>
          </a:prstGeom>
        </p:spPr>
      </p:pic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ctrTitle" idx="13" hasCustomPrompt="1"/>
            <p:custDataLst>
              <p:tags r:id="rId8"/>
            </p:custDataLst>
          </p:nvPr>
        </p:nvSpPr>
        <p:spPr>
          <a:xfrm>
            <a:off x="3629978" y="2610167"/>
            <a:ext cx="4932045" cy="1637665"/>
          </a:xfrm>
        </p:spPr>
        <p:txBody>
          <a:bodyPr vert="horz" wrap="square" lIns="0" tIns="0" rIns="0" bIns="0" anchor="ctr" anchorCtr="0">
            <a:normAutofit/>
          </a:bodyPr>
          <a:lstStyle>
            <a:lvl1pPr marL="0" marR="0" indent="0" algn="dist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Pts val="8000"/>
              <a:buFont typeface="Arial" panose="020B0604020202020204" pitchFamily="34" charset="0"/>
              <a:buNone/>
              <a:defRPr sz="8000" b="0" spc="800">
                <a:solidFill>
                  <a:schemeClr val="tx1"/>
                </a:solidFill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/>
              <a:t>编辑标题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9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wrap="square" lIns="90170" tIns="46990" rIns="90170" bIns="4699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  <a:p>
            <a:pPr lvl="1"/>
            <a:r>
              <a:rPr>
                <a:sym typeface="+mn-ea"/>
              </a:rPr>
              <a:t>第二级</a:t>
            </a:r>
            <a:endParaRPr>
              <a:sym typeface="+mn-ea"/>
            </a:endParaRPr>
          </a:p>
          <a:p>
            <a:pPr lvl="2"/>
            <a:r>
              <a:rPr>
                <a:sym typeface="+mn-ea"/>
              </a:rPr>
              <a:t>第三级</a:t>
            </a:r>
            <a:endParaRPr>
              <a:sym typeface="+mn-ea"/>
            </a:endParaRPr>
          </a:p>
          <a:p>
            <a:pPr lvl="3"/>
            <a:r>
              <a:rPr>
                <a:sym typeface="+mn-ea"/>
              </a:rPr>
              <a:t>第四级</a:t>
            </a:r>
            <a:endParaRPr>
              <a:sym typeface="+mn-ea"/>
            </a:endParaRPr>
          </a:p>
          <a:p>
            <a:pPr lvl="4"/>
            <a:r>
              <a:rPr>
                <a:sym typeface="+mn-ea"/>
              </a:rPr>
              <a:t>第五级</a:t>
            </a:r>
            <a:endParaRPr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10"/>
            </p:custDataLst>
          </p:nvPr>
        </p:nvSpPr>
        <p:spPr>
          <a:xfrm>
            <a:off x="6238877" y="952508"/>
            <a:ext cx="5283242" cy="5388907"/>
          </a:xfrm>
        </p:spPr>
        <p:txBody>
          <a:bodyPr wrap="square" lIns="90170" tIns="46990" rIns="90170" bIns="46990">
            <a:normAutofit/>
          </a:bodyPr>
          <a:lstStyle>
            <a:lvl1pPr eaLnBrk="1" fontAlgn="auto" latinLnBrk="0" hangingPunct="1">
              <a:defRPr sz="16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eaLnBrk="1" fontAlgn="auto" latinLnBrk="0" hangingPunct="1">
              <a:defRPr sz="16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defRPr sz="16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sz="16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sz="16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11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12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13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882" y="443234"/>
            <a:ext cx="10852237" cy="441964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9"/>
            </p:custDataLst>
          </p:nvPr>
        </p:nvSpPr>
        <p:spPr>
          <a:xfrm>
            <a:off x="669930" y="952508"/>
            <a:ext cx="5283242" cy="381003"/>
          </a:xfrm>
        </p:spPr>
        <p:txBody>
          <a:bodyPr wrap="square" lIns="90170" tIns="46990" rIns="90170" bIns="46990" anchor="ctr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0" u="none" strike="noStrike" kern="1200" cap="none" spc="200" normalizeH="0" baseline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10"/>
            </p:custDataLst>
          </p:nvPr>
        </p:nvSpPr>
        <p:spPr>
          <a:xfrm>
            <a:off x="669925" y="1406525"/>
            <a:ext cx="5283200" cy="4934752"/>
          </a:xfrm>
        </p:spPr>
        <p:txBody>
          <a:bodyPr vert="horz" wrap="square" lIns="90170" tIns="46990" rIns="90170" bIns="4699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11"/>
            </p:custDataLst>
          </p:nvPr>
        </p:nvSpPr>
        <p:spPr>
          <a:xfrm>
            <a:off x="6235750" y="952508"/>
            <a:ext cx="5283242" cy="381003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0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12"/>
            </p:custDataLst>
          </p:nvPr>
        </p:nvSpPr>
        <p:spPr>
          <a:xfrm>
            <a:off x="6235750" y="1406525"/>
            <a:ext cx="5283242" cy="4934752"/>
          </a:xfrm>
        </p:spPr>
        <p:txBody>
          <a:bodyPr vert="horz" wrap="square" lIns="90170" tIns="46990" rIns="90170" bIns="4699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13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14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15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7498080" y="2194560"/>
            <a:ext cx="4389120" cy="2468880"/>
          </a:xfrm>
          <a:prstGeom prst="rect">
            <a:avLst/>
          </a:prstGeom>
        </p:spPr>
      </p:pic>
      <p:pic>
        <p:nvPicPr>
          <p:cNvPr id="6" name="图片 5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0" y="6202718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882" y="443230"/>
            <a:ext cx="10852237" cy="441964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930" y="443234"/>
            <a:ext cx="10852237" cy="441964"/>
          </a:xfrm>
        </p:spPr>
        <p:txBody>
          <a:bodyPr vert="horz" wrap="square" lIns="90170" tIns="46990" rIns="90170" bIns="4699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9"/>
            </p:custDataLst>
          </p:nvPr>
        </p:nvSpPr>
        <p:spPr>
          <a:xfrm>
            <a:off x="669930" y="952508"/>
            <a:ext cx="5283242" cy="5388907"/>
          </a:xfrm>
        </p:spPr>
        <p:txBody>
          <a:bodyPr vert="horz" lIns="90170" tIns="46990" rIns="90170" bIns="4699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10"/>
            </p:custDataLst>
          </p:nvPr>
        </p:nvSpPr>
        <p:spPr>
          <a:xfrm>
            <a:off x="6238925" y="952508"/>
            <a:ext cx="5283242" cy="5388907"/>
          </a:xfrm>
        </p:spPr>
        <p:txBody>
          <a:bodyPr vert="horz" wrap="square" lIns="90170" tIns="46990" rIns="90170" bIns="4699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单击此处编辑母版文本样式</a:t>
            </a:r>
            <a:endParaRPr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11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12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13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7" name="图片 6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竖排标题 1"/>
          <p:cNvSpPr>
            <a:spLocks noGrp="1"/>
          </p:cNvSpPr>
          <p:nvPr>
            <p:ph type="title" orient="vert"/>
            <p:custDataLst>
              <p:tags r:id="rId8"/>
            </p:custDataLst>
          </p:nvPr>
        </p:nvSpPr>
        <p:spPr>
          <a:xfrm>
            <a:off x="10571135" y="952508"/>
            <a:ext cx="950984" cy="5388907"/>
          </a:xfrm>
        </p:spPr>
        <p:txBody>
          <a:bodyPr vert="eaVert" wrap="square" lIns="90170" tIns="46990" rIns="90170" bIns="4699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400" b="1" i="0" u="none" strike="noStrike" kern="1200" cap="none" spc="200" normalizeH="0" baseline="0" noProof="1" dirty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9"/>
            </p:custDataLst>
          </p:nvPr>
        </p:nvSpPr>
        <p:spPr>
          <a:xfrm>
            <a:off x="669925" y="952500"/>
            <a:ext cx="9828101" cy="5388907"/>
          </a:xfrm>
        </p:spPr>
        <p:txBody>
          <a:bodyPr vert="eaVert" wrap="square">
            <a:normAutofit/>
          </a:bodyPr>
          <a:lstStyle>
            <a:lvl1pPr indent="0" eaLnBrk="1" fontAlgn="auto" latinLnBrk="0" hangingPunct="1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indent="0" eaLnBrk="1" fontAlgn="auto" latinLnBrk="0" hangingPunct="1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indent="0" eaLnBrk="1" fontAlgn="auto" latinLnBrk="0" hangingPunct="1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indent="0" eaLnBrk="1" fontAlgn="auto" latinLnBrk="0" hangingPunct="1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indent="0" eaLnBrk="1" fontAlgn="auto" latinLnBrk="0" hangingPunct="1"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6" name="图片 5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8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9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0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1"/>
            </p:custDataLst>
          </p:nvPr>
        </p:nvSpPr>
        <p:spPr>
          <a:xfrm>
            <a:off x="669930" y="952508"/>
            <a:ext cx="10852237" cy="5388907"/>
          </a:xfrm>
        </p:spPr>
        <p:txBody>
          <a:bodyPr wrap="square">
            <a:norm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4" hasCustomPrompt="1"/>
            <p:custDataLst>
              <p:tags r:id="rId8"/>
            </p:custDataLst>
          </p:nvPr>
        </p:nvSpPr>
        <p:spPr>
          <a:xfrm>
            <a:off x="6604000" y="3537268"/>
            <a:ext cx="4826000" cy="1111250"/>
          </a:xfrm>
        </p:spPr>
        <p:txBody>
          <a:bodyPr vert="horz" wrap="square" lIns="0" tIns="0" rIns="0" bIns="0" anchor="t" anchorCtr="0">
            <a:normAutofit/>
          </a:bodyPr>
          <a:lstStyle>
            <a:lvl1pPr marL="342900" marR="0" indent="-342900" algn="l" rtl="0" eaLnBrk="1" fontAlgn="auto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ts val="1800"/>
              <a:buFont typeface="Arial" panose="020B0604020202020204" pitchFamily="34" charset="0"/>
              <a:buNone/>
              <a:defRPr sz="1800" b="0" spc="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tx1">
                  <a:lumMod val="65000"/>
                  <a:lumOff val="35000"/>
                </a:schemeClr>
              </a:buClr>
              <a:buSzPts val="1800"/>
              <a:buFont typeface="Arial" panose="020B0604020202020204" pitchFamily="34" charset="0"/>
              <a:buNone/>
            </a:pPr>
            <a:r>
              <a:rPr lang="zh-CN" altLang="en-US"/>
              <a:t>单击此处编辑副标题</a:t>
            </a:r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idx="13" hasCustomPrompt="1"/>
            <p:custDataLst>
              <p:tags r:id="rId9"/>
            </p:custDataLst>
          </p:nvPr>
        </p:nvSpPr>
        <p:spPr>
          <a:xfrm>
            <a:off x="6604000" y="2145983"/>
            <a:ext cx="4825365" cy="1351915"/>
          </a:xfrm>
        </p:spPr>
        <p:txBody>
          <a:bodyPr vert="horz" wrap="square" lIns="0" tIns="0" rIns="0" bIns="0" anchor="b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Pts val="6600"/>
              <a:buFont typeface="Arial" panose="020B0604020202020204" pitchFamily="34" charset="0"/>
              <a:buNone/>
              <a:defRPr sz="6600" b="0" spc="700">
                <a:solidFill>
                  <a:schemeClr val="tx1"/>
                </a:solidFill>
                <a:latin typeface="Arial" panose="020B0604020202020204" pitchFamily="34" charset="0"/>
                <a:ea typeface="汉仪旗黑-85S" panose="00020600040101010101" pitchFamily="18" charset="-122"/>
              </a:defRPr>
            </a:lvl1pPr>
          </a:lstStyle>
          <a:p>
            <a:r>
              <a:rPr lang="zh-CN" altLang="en-US"/>
              <a:t>编辑标题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通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/>
          <p:nvPr userDrawn="1">
            <p:custDataLst>
              <p:tags r:id="rId2"/>
            </p:custDataLst>
          </p:nvPr>
        </p:nvPicPr>
        <p:blipFill>
          <a:blip r:embed="rId3" r:link="rId4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6" name="图片 5"/>
          <p:cNvPicPr/>
          <p:nvPr userDrawn="1">
            <p:custDataLst>
              <p:tags r:id="rId5"/>
            </p:custDataLst>
          </p:nvPr>
        </p:nvPicPr>
        <p:blipFill>
          <a:blip r:embed="rId6" r:link="rId7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669882" y="443230"/>
            <a:ext cx="10852237" cy="441964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9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0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1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相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292075" y="303809"/>
            <a:ext cx="11607851" cy="6250382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9" name="图片 8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6"/>
            </p:custDataLst>
          </p:nvPr>
        </p:nvPicPr>
        <p:blipFill>
          <a:blip r:embed="rId7" r:link="rId8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281600" y="1249200"/>
            <a:ext cx="9626400" cy="723600"/>
          </a:xfrm>
        </p:spPr>
        <p:txBody>
          <a:bodyPr wrap="square" anchor="ctr">
            <a:normAutofit/>
          </a:bodyPr>
          <a:lstStyle>
            <a:lvl1pPr>
              <a:defRPr sz="3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0"/>
            </p:custDataLst>
          </p:nvPr>
        </p:nvSpPr>
        <p:spPr>
          <a:xfrm>
            <a:off x="1281113" y="2163600"/>
            <a:ext cx="9626600" cy="34452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1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2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3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左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4824603" cy="68580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8" name="图片 7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6"/>
            </p:custDataLst>
          </p:nvPr>
        </p:nvSpPr>
        <p:spPr>
          <a:xfrm>
            <a:off x="583200" y="770400"/>
            <a:ext cx="3960000" cy="882000"/>
          </a:xfrm>
        </p:spPr>
        <p:txBody>
          <a:bodyPr wrap="square" anchor="ctr" anchorCtr="0">
            <a:normAutofit/>
          </a:bodyPr>
          <a:lstStyle>
            <a:lvl1pPr>
              <a:defRPr sz="36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0"/>
            </p:custDataLst>
          </p:nvPr>
        </p:nvSpPr>
        <p:spPr>
          <a:xfrm>
            <a:off x="586800" y="1764000"/>
            <a:ext cx="3956400" cy="40932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1"/>
            </p:custDataLst>
          </p:nvPr>
        </p:nvSpPr>
        <p:spPr>
          <a:xfrm>
            <a:off x="5101200" y="769938"/>
            <a:ext cx="6480000" cy="5087937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上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2664333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6"/>
            </p:custDataLst>
          </p:nvPr>
        </p:nvPicPr>
        <p:blipFill>
          <a:blip r:embed="rId7" r:link="rId8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12000" y="781200"/>
            <a:ext cx="10976400" cy="626400"/>
          </a:xfrm>
        </p:spPr>
        <p:txBody>
          <a:bodyPr wrap="square" anchor="ctr">
            <a:normAutofit/>
          </a:bodyPr>
          <a:lstStyle>
            <a:lvl1pPr algn="ctr">
              <a:defRPr sz="36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612000" y="1659600"/>
            <a:ext cx="10975975" cy="828000"/>
          </a:xfrm>
        </p:spPr>
        <p:txBody>
          <a:bodyPr wrap="square">
            <a:normAutofit/>
          </a:bodyPr>
          <a:lstStyle>
            <a:lvl1pPr algn="ctr"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12775" y="2808000"/>
            <a:ext cx="10965600" cy="34308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0" y="5028971"/>
            <a:ext cx="12192000" cy="1829029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6"/>
            </p:custDataLst>
          </p:nvPr>
        </p:nvPicPr>
        <p:blipFill>
          <a:blip r:embed="rId7" r:link="rId8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604800" y="669600"/>
            <a:ext cx="10976400" cy="565200"/>
          </a:xfrm>
        </p:spPr>
        <p:txBody>
          <a:bodyPr wrap="square" anchor="ctr" anchorCtr="0">
            <a:normAutofit/>
          </a:bodyPr>
          <a:lstStyle>
            <a:lvl1pPr algn="ctr">
              <a:defRPr sz="3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604837" y="1681200"/>
            <a:ext cx="10990800" cy="32112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4"/>
            <p:custDataLst>
              <p:tags r:id="rId14"/>
            </p:custDataLst>
          </p:nvPr>
        </p:nvSpPr>
        <p:spPr>
          <a:xfrm>
            <a:off x="594000" y="5180400"/>
            <a:ext cx="11001600" cy="10116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导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12" name="图片 11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11471910" y="6202718"/>
            <a:ext cx="720090" cy="655282"/>
          </a:xfrm>
          <a:prstGeom prst="rect">
            <a:avLst/>
          </a:prstGeom>
        </p:spPr>
      </p:pic>
      <p:pic>
        <p:nvPicPr>
          <p:cNvPr id="10" name="图片 9"/>
          <p:cNvPicPr/>
          <p:nvPr userDrawn="1">
            <p:custDataLst>
              <p:tags r:id="rId6"/>
            </p:custDataLst>
          </p:nvPr>
        </p:nvPicPr>
        <p:blipFill>
          <a:blip r:embed="rId7" r:link="rId8" cstate="email"/>
          <a:stretch>
            <a:fillRect/>
          </a:stretch>
        </p:blipFill>
        <p:spPr>
          <a:xfrm>
            <a:off x="0" y="6202718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79600" y="237600"/>
            <a:ext cx="11037600" cy="441964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13"/>
            </p:custDataLst>
          </p:nvPr>
        </p:nvSpPr>
        <p:spPr>
          <a:xfrm>
            <a:off x="579600" y="1663200"/>
            <a:ext cx="5342400" cy="28944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9" name="内容占位符 8"/>
          <p:cNvSpPr>
            <a:spLocks noGrp="1"/>
          </p:cNvSpPr>
          <p:nvPr>
            <p:ph sz="quarter" idx="14"/>
            <p:custDataLst>
              <p:tags r:id="rId14"/>
            </p:custDataLst>
          </p:nvPr>
        </p:nvSpPr>
        <p:spPr>
          <a:xfrm>
            <a:off x="6242400" y="1663200"/>
            <a:ext cx="5367600" cy="28944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1" name="文本占位符 10"/>
          <p:cNvSpPr>
            <a:spLocks noGrp="1"/>
          </p:cNvSpPr>
          <p:nvPr>
            <p:ph type="body" sz="quarter" idx="15"/>
            <p:custDataLst>
              <p:tags r:id="rId15"/>
            </p:custDataLst>
          </p:nvPr>
        </p:nvSpPr>
        <p:spPr>
          <a:xfrm>
            <a:off x="572400" y="4816800"/>
            <a:ext cx="5342400" cy="7812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6"/>
            <p:custDataLst>
              <p:tags r:id="rId16"/>
            </p:custDataLst>
          </p:nvPr>
        </p:nvSpPr>
        <p:spPr>
          <a:xfrm>
            <a:off x="6253200" y="4813200"/>
            <a:ext cx="5367600" cy="781200"/>
          </a:xfrm>
        </p:spPr>
        <p:txBody>
          <a:bodyPr wrap="square">
            <a:normAutofit/>
          </a:bodyPr>
          <a:lstStyle>
            <a:lvl1pPr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腰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>
            <p:custDataLst>
              <p:tags r:id="rId2"/>
            </p:custDataLst>
          </p:nvPr>
        </p:nvSpPr>
        <p:spPr>
          <a:xfrm>
            <a:off x="0" y="953691"/>
            <a:ext cx="12192000" cy="4950618"/>
          </a:xfrm>
          <a:prstGeom prst="rect">
            <a:avLst/>
          </a:prstGeom>
          <a:solidFill>
            <a:schemeClr val="tx2"/>
          </a:solidFill>
          <a:ln w="12700" cap="flat" cmpd="sng" algn="ctr">
            <a:solidFill>
              <a:schemeClr val="accent1">
                <a:shade val="50000"/>
                <a:alpha val="0"/>
              </a:scheme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rmAutofit/>
          </a:bodyPr>
          <a:lstStyle/>
          <a:p>
            <a:pPr algn="ctr"/>
            <a:endParaRPr lang="zh-CN" altLang="en-US"/>
          </a:p>
        </p:txBody>
      </p:sp>
      <p:pic>
        <p:nvPicPr>
          <p:cNvPr id="9" name="图片 8"/>
          <p:cNvPicPr/>
          <p:nvPr userDrawn="1">
            <p:custDataLst>
              <p:tags r:id="rId3"/>
            </p:custDataLst>
          </p:nvPr>
        </p:nvPicPr>
        <p:blipFill>
          <a:blip r:embed="rId4" r:link="rId5" cstate="email"/>
          <a:stretch>
            <a:fillRect/>
          </a:stretch>
        </p:blipFill>
        <p:spPr>
          <a:xfrm>
            <a:off x="10571797" y="5383616"/>
            <a:ext cx="1620202" cy="1474384"/>
          </a:xfrm>
          <a:prstGeom prst="rect">
            <a:avLst/>
          </a:prstGeom>
        </p:spPr>
      </p:pic>
      <p:pic>
        <p:nvPicPr>
          <p:cNvPr id="8" name="图片 7"/>
          <p:cNvPicPr/>
          <p:nvPr userDrawn="1">
            <p:custDataLst>
              <p:tags r:id="rId6"/>
            </p:custDataLst>
          </p:nvPr>
        </p:nvPicPr>
        <p:blipFill>
          <a:blip r:embed="rId7" r:link="rId8" cstate="email"/>
          <a:stretch>
            <a:fillRect/>
          </a:stretch>
        </p:blipFill>
        <p:spPr>
          <a:xfrm>
            <a:off x="0" y="5383616"/>
            <a:ext cx="1620202" cy="14743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9"/>
            </p:custDataLst>
          </p:nvPr>
        </p:nvSpPr>
        <p:spPr>
          <a:xfrm>
            <a:off x="1522800" y="1339200"/>
            <a:ext cx="9144000" cy="2386800"/>
          </a:xfrm>
        </p:spPr>
        <p:txBody>
          <a:bodyPr wrap="square" anchor="b">
            <a:normAutofit/>
          </a:bodyPr>
          <a:lstStyle>
            <a:lvl1pPr algn="ctr">
              <a:defRPr sz="60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0"/>
            </p:custDataLst>
          </p:nvPr>
        </p:nvSpPr>
        <p:spPr>
          <a:xfrm>
            <a:off x="879742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11"/>
            </p:custDataLst>
          </p:nvPr>
        </p:nvSpPr>
        <p:spPr>
          <a:xfrm>
            <a:off x="4116000" y="6349833"/>
            <a:ext cx="396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12"/>
            </p:custDataLst>
          </p:nvPr>
        </p:nvSpPr>
        <p:spPr>
          <a:xfrm>
            <a:off x="8610600" y="6349833"/>
            <a:ext cx="2700000" cy="316800"/>
          </a:xfrm>
        </p:spPr>
        <p:txBody>
          <a:bodyPr wrap="square">
            <a:normAutofit/>
          </a:bodyPr>
          <a:lstStyle>
            <a:lvl1pPr>
              <a:defRPr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13"/>
            </p:custDataLst>
          </p:nvPr>
        </p:nvSpPr>
        <p:spPr>
          <a:xfrm>
            <a:off x="1522413" y="3862800"/>
            <a:ext cx="9144000" cy="1656000"/>
          </a:xfrm>
        </p:spPr>
        <p:txBody>
          <a:bodyPr wrap="square">
            <a:normAutofit/>
          </a:bodyPr>
          <a:lstStyle>
            <a:lvl1pPr algn="ctr">
              <a:defRPr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/Relationships>
</file>

<file path=ppt/slideMasters/_rels/slideMaster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3.xml"/><Relationship Id="rId8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0.xml"/><Relationship Id="rId5" Type="http://schemas.openxmlformats.org/officeDocument/2006/relationships/slideLayout" Target="../slideLayouts/slideLayout9.xml"/><Relationship Id="rId4" Type="http://schemas.openxmlformats.org/officeDocument/2006/relationships/slideLayout" Target="../slideLayouts/slideLayout8.xml"/><Relationship Id="rId3" Type="http://schemas.openxmlformats.org/officeDocument/2006/relationships/slideLayout" Target="../slideLayouts/slideLayout7.xml"/><Relationship Id="rId25" Type="http://schemas.openxmlformats.org/officeDocument/2006/relationships/theme" Target="../theme/theme3.xml"/><Relationship Id="rId24" Type="http://schemas.openxmlformats.org/officeDocument/2006/relationships/tags" Target="../tags/tag140.xml"/><Relationship Id="rId23" Type="http://schemas.openxmlformats.org/officeDocument/2006/relationships/tags" Target="../tags/tag139.xml"/><Relationship Id="rId22" Type="http://schemas.openxmlformats.org/officeDocument/2006/relationships/tags" Target="../tags/tag138.xml"/><Relationship Id="rId21" Type="http://schemas.openxmlformats.org/officeDocument/2006/relationships/tags" Target="../tags/tag137.xml"/><Relationship Id="rId20" Type="http://schemas.openxmlformats.org/officeDocument/2006/relationships/tags" Target="../tags/tag136.xml"/><Relationship Id="rId2" Type="http://schemas.openxmlformats.org/officeDocument/2006/relationships/slideLayout" Target="../slideLayouts/slideLayout6.xml"/><Relationship Id="rId19" Type="http://schemas.openxmlformats.org/officeDocument/2006/relationships/tags" Target="../tags/tag135.xml"/><Relationship Id="rId18" Type="http://schemas.openxmlformats.org/officeDocument/2006/relationships/slideLayout" Target="../slideLayouts/slideLayout22.xml"/><Relationship Id="rId17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8.xml"/><Relationship Id="rId13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4.xml"/><Relationship Id="rId1" Type="http://schemas.openxmlformats.org/officeDocument/2006/relationships/slideLayout" Target="../slideLayouts/slideLayout5.xml"/></Relationships>
</file>

<file path=ppt/slideMasters/_rels/slideMaster4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31.xml"/><Relationship Id="rId8" Type="http://schemas.openxmlformats.org/officeDocument/2006/relationships/slideLayout" Target="../slideLayouts/slideLayout30.xml"/><Relationship Id="rId7" Type="http://schemas.openxmlformats.org/officeDocument/2006/relationships/slideLayout" Target="../slideLayouts/slideLayout29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6.xml"/><Relationship Id="rId3" Type="http://schemas.openxmlformats.org/officeDocument/2006/relationships/slideLayout" Target="../slideLayouts/slideLayout25.xml"/><Relationship Id="rId25" Type="http://schemas.openxmlformats.org/officeDocument/2006/relationships/theme" Target="../theme/theme4.xml"/><Relationship Id="rId24" Type="http://schemas.openxmlformats.org/officeDocument/2006/relationships/tags" Target="../tags/tag280.xml"/><Relationship Id="rId23" Type="http://schemas.openxmlformats.org/officeDocument/2006/relationships/tags" Target="../tags/tag279.xml"/><Relationship Id="rId22" Type="http://schemas.openxmlformats.org/officeDocument/2006/relationships/tags" Target="../tags/tag278.xml"/><Relationship Id="rId21" Type="http://schemas.openxmlformats.org/officeDocument/2006/relationships/tags" Target="../tags/tag277.xml"/><Relationship Id="rId20" Type="http://schemas.openxmlformats.org/officeDocument/2006/relationships/tags" Target="../tags/tag276.xml"/><Relationship Id="rId2" Type="http://schemas.openxmlformats.org/officeDocument/2006/relationships/slideLayout" Target="../slideLayouts/slideLayout24.xml"/><Relationship Id="rId19" Type="http://schemas.openxmlformats.org/officeDocument/2006/relationships/tags" Target="../tags/tag275.xml"/><Relationship Id="rId18" Type="http://schemas.openxmlformats.org/officeDocument/2006/relationships/slideLayout" Target="../slideLayouts/slideLayout40.xml"/><Relationship Id="rId17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36.xml"/><Relationship Id="rId13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32.xml"/><Relationship Id="rId1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wrap="square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69882" y="961398"/>
            <a:ext cx="10852237" cy="5388907"/>
          </a:xfrm>
          <a:prstGeom prst="rect">
            <a:avLst/>
          </a:prstGeom>
        </p:spPr>
        <p:txBody>
          <a:bodyPr vert="horz" wrap="square" lIns="90170" tIns="46990" rIns="90170" bIns="4699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1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2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3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2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68" r:id="rId14"/>
    <p:sldLayoutId id="2147483669" r:id="rId15"/>
    <p:sldLayoutId id="2147483670" r:id="rId16"/>
    <p:sldLayoutId id="2147483671" r:id="rId17"/>
    <p:sldLayoutId id="2147483672" r:id="rId1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9"/>
            </p:custDataLst>
          </p:nvPr>
        </p:nvSpPr>
        <p:spPr>
          <a:xfrm>
            <a:off x="669882" y="443230"/>
            <a:ext cx="10852237" cy="441964"/>
          </a:xfrm>
          <a:prstGeom prst="rect">
            <a:avLst/>
          </a:prstGeom>
        </p:spPr>
        <p:txBody>
          <a:bodyPr vert="horz" wrap="square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20"/>
            </p:custDataLst>
          </p:nvPr>
        </p:nvSpPr>
        <p:spPr>
          <a:xfrm>
            <a:off x="669882" y="961398"/>
            <a:ext cx="10852237" cy="5388907"/>
          </a:xfrm>
          <a:prstGeom prst="rect">
            <a:avLst/>
          </a:prstGeom>
        </p:spPr>
        <p:txBody>
          <a:bodyPr vert="horz" wrap="square" lIns="90170" tIns="46990" rIns="90170" bIns="4699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21"/>
            </p:custDataLst>
          </p:nvPr>
        </p:nvSpPr>
        <p:spPr>
          <a:xfrm>
            <a:off x="879742" y="6349833"/>
            <a:ext cx="2700000" cy="3168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2"/>
            </p:custDataLst>
          </p:nvPr>
        </p:nvSpPr>
        <p:spPr>
          <a:xfrm>
            <a:off x="4116000" y="6349833"/>
            <a:ext cx="3960000" cy="3168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3"/>
            </p:custDataLst>
          </p:nvPr>
        </p:nvSpPr>
        <p:spPr>
          <a:xfrm>
            <a:off x="8610600" y="6349833"/>
            <a:ext cx="2700000" cy="31680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KSO_TEMPLATE" hidden="1"/>
          <p:cNvSpPr/>
          <p:nvPr userDrawn="1">
            <p:custDataLst>
              <p:tags r:id="rId2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2400" b="1" u="none" strike="noStrike" kern="1200" cap="none" spc="200" normalizeH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tabLst>
          <a:tab pos="1609725" algn="l"/>
        </a:tabLst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•"/>
        <a:defRPr sz="1600" u="none" strike="noStrike" kern="1200" cap="none" spc="150" normalizeH="0" baseline="0">
          <a:solidFill>
            <a:schemeClr val="tx1"/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3.xml"/><Relationship Id="rId5" Type="http://schemas.openxmlformats.org/officeDocument/2006/relationships/tags" Target="../tags/tag284.xml"/><Relationship Id="rId4" Type="http://schemas.openxmlformats.org/officeDocument/2006/relationships/image" Target="../media/image11.png"/><Relationship Id="rId3" Type="http://schemas.openxmlformats.org/officeDocument/2006/relationships/tags" Target="../tags/tag283.xml"/><Relationship Id="rId2" Type="http://schemas.openxmlformats.org/officeDocument/2006/relationships/tags" Target="../tags/tag282.xml"/><Relationship Id="rId1" Type="http://schemas.openxmlformats.org/officeDocument/2006/relationships/tags" Target="../tags/tag281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289.xml"/><Relationship Id="rId8" Type="http://schemas.openxmlformats.org/officeDocument/2006/relationships/tags" Target="../tags/tag288.xml"/><Relationship Id="rId7" Type="http://schemas.openxmlformats.org/officeDocument/2006/relationships/tags" Target="../tags/tag287.xml"/><Relationship Id="rId6" Type="http://schemas.openxmlformats.org/officeDocument/2006/relationships/image" Target="file:///C:\Users\1V994W2\PycharmProjects\PPT_Background_Generation/pic_temp/1_pic_quater_left_down.png" TargetMode="External"/><Relationship Id="rId5" Type="http://schemas.openxmlformats.org/officeDocument/2006/relationships/image" Target="../media/image5.png"/><Relationship Id="rId4" Type="http://schemas.openxmlformats.org/officeDocument/2006/relationships/tags" Target="../tags/tag286.xml"/><Relationship Id="rId3" Type="http://schemas.openxmlformats.org/officeDocument/2006/relationships/image" Target="file:///C:\Users\1V994W2\PycharmProjects\PPT_Background_Generation/pic_temp/0_pic_quater_right_down.png" TargetMode="External"/><Relationship Id="rId2" Type="http://schemas.openxmlformats.org/officeDocument/2006/relationships/image" Target="../media/image4.png"/><Relationship Id="rId12" Type="http://schemas.openxmlformats.org/officeDocument/2006/relationships/slideLayout" Target="../slideLayouts/slideLayout11.xml"/><Relationship Id="rId11" Type="http://schemas.openxmlformats.org/officeDocument/2006/relationships/tags" Target="../tags/tag290.xml"/><Relationship Id="rId10" Type="http://schemas.openxmlformats.org/officeDocument/2006/relationships/image" Target="../media/image12.png"/><Relationship Id="rId1" Type="http://schemas.openxmlformats.org/officeDocument/2006/relationships/tags" Target="../tags/tag285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295.xml"/><Relationship Id="rId8" Type="http://schemas.openxmlformats.org/officeDocument/2006/relationships/tags" Target="../tags/tag294.xml"/><Relationship Id="rId7" Type="http://schemas.openxmlformats.org/officeDocument/2006/relationships/tags" Target="../tags/tag293.xml"/><Relationship Id="rId6" Type="http://schemas.openxmlformats.org/officeDocument/2006/relationships/image" Target="file:///C:\Users\1V994W2\PycharmProjects\PPT_Background_Generation/pic_temp/1_pic_quater_left_down.png" TargetMode="External"/><Relationship Id="rId5" Type="http://schemas.openxmlformats.org/officeDocument/2006/relationships/image" Target="../media/image5.png"/><Relationship Id="rId4" Type="http://schemas.openxmlformats.org/officeDocument/2006/relationships/tags" Target="../tags/tag292.xml"/><Relationship Id="rId3" Type="http://schemas.openxmlformats.org/officeDocument/2006/relationships/image" Target="file:///C:\Users\1V994W2\PycharmProjects\PPT_Background_Generation/pic_temp/0_pic_quater_right_down.png" TargetMode="External"/><Relationship Id="rId2" Type="http://schemas.openxmlformats.org/officeDocument/2006/relationships/image" Target="../media/image4.png"/><Relationship Id="rId15" Type="http://schemas.openxmlformats.org/officeDocument/2006/relationships/notesSlide" Target="../notesSlides/notesSlide1.xml"/><Relationship Id="rId14" Type="http://schemas.openxmlformats.org/officeDocument/2006/relationships/slideLayout" Target="../slideLayouts/slideLayout11.xml"/><Relationship Id="rId13" Type="http://schemas.openxmlformats.org/officeDocument/2006/relationships/tags" Target="../tags/tag298.xml"/><Relationship Id="rId12" Type="http://schemas.openxmlformats.org/officeDocument/2006/relationships/image" Target="../media/image12.png"/><Relationship Id="rId11" Type="http://schemas.openxmlformats.org/officeDocument/2006/relationships/tags" Target="../tags/tag297.xml"/><Relationship Id="rId10" Type="http://schemas.openxmlformats.org/officeDocument/2006/relationships/tags" Target="../tags/tag296.xml"/><Relationship Id="rId1" Type="http://schemas.openxmlformats.org/officeDocument/2006/relationships/tags" Target="../tags/tag291.xml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.png"/><Relationship Id="rId8" Type="http://schemas.openxmlformats.org/officeDocument/2006/relationships/tags" Target="../tags/tag302.xml"/><Relationship Id="rId7" Type="http://schemas.openxmlformats.org/officeDocument/2006/relationships/tags" Target="../tags/tag301.xml"/><Relationship Id="rId6" Type="http://schemas.openxmlformats.org/officeDocument/2006/relationships/image" Target="file:///C:\Users\1V994W2\PycharmProjects\PPT_Background_Generation/pic_temp/1_pic_quater_left_down.png" TargetMode="External"/><Relationship Id="rId5" Type="http://schemas.openxmlformats.org/officeDocument/2006/relationships/image" Target="../media/image5.png"/><Relationship Id="rId4" Type="http://schemas.openxmlformats.org/officeDocument/2006/relationships/tags" Target="../tags/tag300.xml"/><Relationship Id="rId3" Type="http://schemas.openxmlformats.org/officeDocument/2006/relationships/image" Target="file:///C:\Users\1V994W2\PycharmProjects\PPT_Background_Generation/pic_temp/0_pic_quater_right_down.png" TargetMode="External"/><Relationship Id="rId2" Type="http://schemas.openxmlformats.org/officeDocument/2006/relationships/image" Target="../media/image4.png"/><Relationship Id="rId12" Type="http://schemas.openxmlformats.org/officeDocument/2006/relationships/slideLayout" Target="../slideLayouts/slideLayout11.xml"/><Relationship Id="rId11" Type="http://schemas.openxmlformats.org/officeDocument/2006/relationships/tags" Target="../tags/tag304.xml"/><Relationship Id="rId10" Type="http://schemas.openxmlformats.org/officeDocument/2006/relationships/tags" Target="../tags/tag303.xml"/><Relationship Id="rId1" Type="http://schemas.openxmlformats.org/officeDocument/2006/relationships/tags" Target="../tags/tag299.xml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.png"/><Relationship Id="rId8" Type="http://schemas.openxmlformats.org/officeDocument/2006/relationships/tags" Target="../tags/tag308.xml"/><Relationship Id="rId7" Type="http://schemas.openxmlformats.org/officeDocument/2006/relationships/tags" Target="../tags/tag307.xml"/><Relationship Id="rId6" Type="http://schemas.openxmlformats.org/officeDocument/2006/relationships/image" Target="file:///C:\Users\1V994W2\PycharmProjects\PPT_Background_Generation/pic_temp/1_pic_quater_left_down.png" TargetMode="External"/><Relationship Id="rId5" Type="http://schemas.openxmlformats.org/officeDocument/2006/relationships/image" Target="../media/image5.png"/><Relationship Id="rId4" Type="http://schemas.openxmlformats.org/officeDocument/2006/relationships/tags" Target="../tags/tag306.xml"/><Relationship Id="rId3" Type="http://schemas.openxmlformats.org/officeDocument/2006/relationships/image" Target="file:///C:\Users\1V994W2\PycharmProjects\PPT_Background_Generation/pic_temp/0_pic_quater_right_down.png" TargetMode="External"/><Relationship Id="rId2" Type="http://schemas.openxmlformats.org/officeDocument/2006/relationships/image" Target="../media/image4.png"/><Relationship Id="rId12" Type="http://schemas.openxmlformats.org/officeDocument/2006/relationships/slideLayout" Target="../slideLayouts/slideLayout11.xml"/><Relationship Id="rId11" Type="http://schemas.openxmlformats.org/officeDocument/2006/relationships/tags" Target="../tags/tag309.xml"/><Relationship Id="rId10" Type="http://schemas.openxmlformats.org/officeDocument/2006/relationships/image" Target="../media/image13.png"/><Relationship Id="rId1" Type="http://schemas.openxmlformats.org/officeDocument/2006/relationships/tags" Target="../tags/tag305.xml"/></Relationships>
</file>

<file path=ppt/slides/_rels/slide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2.xml"/><Relationship Id="rId5" Type="http://schemas.openxmlformats.org/officeDocument/2006/relationships/slideLayout" Target="../slideLayouts/slideLayout33.xml"/><Relationship Id="rId4" Type="http://schemas.openxmlformats.org/officeDocument/2006/relationships/tags" Target="../tags/tag312.xml"/><Relationship Id="rId3" Type="http://schemas.openxmlformats.org/officeDocument/2006/relationships/image" Target="../media/image12.png"/><Relationship Id="rId2" Type="http://schemas.openxmlformats.org/officeDocument/2006/relationships/tags" Target="../tags/tag311.xml"/><Relationship Id="rId1" Type="http://schemas.openxmlformats.org/officeDocument/2006/relationships/tags" Target="../tags/tag3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5"/>
          <p:cNvSpPr txBox="1"/>
          <p:nvPr>
            <p:custDataLst>
              <p:tags r:id="rId1"/>
            </p:custDataLst>
          </p:nvPr>
        </p:nvSpPr>
        <p:spPr>
          <a:xfrm>
            <a:off x="6684646" y="1839279"/>
            <a:ext cx="1725930" cy="7366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rm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dist"/>
            <a:endParaRPr lang="en-US" altLang="zh-CN" sz="4400" b="1" spc="200" dirty="0">
              <a:solidFill>
                <a:schemeClr val="accent1"/>
              </a:solidFill>
              <a:uFillTx/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6"/>
            <p:custDataLst>
              <p:tags r:id="rId2"/>
            </p:custDataLst>
          </p:nvPr>
        </p:nvSpPr>
        <p:spPr>
          <a:xfrm>
            <a:off x="6096000" y="4318635"/>
            <a:ext cx="5041265" cy="1336040"/>
          </a:xfrm>
        </p:spPr>
        <p:txBody>
          <a:bodyPr>
            <a:noAutofit/>
          </a:bodyPr>
          <a:lstStyle/>
          <a:p>
            <a:pPr marL="285750" lvl="0" indent="-285750" algn="l" fontAlgn="ctr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Wingdings" panose="05000000000000000000" charset="0"/>
              <a:buChar char="l"/>
            </a:pPr>
            <a:r>
              <a:rPr lang="zh-CN" altLang="en-US" sz="1800">
                <a:solidFill>
                  <a:schemeClr val="dk1"/>
                </a:solidFill>
              </a:rPr>
              <a:t>组长：颜佳熙</a:t>
            </a:r>
            <a:endParaRPr lang="zh-CN" altLang="en-US" sz="1800">
              <a:solidFill>
                <a:schemeClr val="dk1"/>
              </a:solidFill>
            </a:endParaRPr>
          </a:p>
          <a:p>
            <a:pPr marL="285750" lvl="0" indent="-285750" algn="l" fontAlgn="ctr">
              <a:lnSpc>
                <a:spcPct val="13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Wingdings" panose="05000000000000000000" charset="0"/>
              <a:buChar char="l"/>
            </a:pPr>
            <a:r>
              <a:rPr lang="zh-CN" altLang="en-US" sz="1800">
                <a:solidFill>
                  <a:schemeClr val="dk1"/>
                </a:solidFill>
              </a:rPr>
              <a:t>组员：余飞、陈圻、周毅、周玮康、许梓希</a:t>
            </a:r>
            <a:endParaRPr lang="zh-CN" altLang="en-US" sz="1800">
              <a:solidFill>
                <a:schemeClr val="dk1"/>
              </a:solidFill>
            </a:endParaRPr>
          </a:p>
        </p:txBody>
      </p:sp>
      <p:sp>
        <p:nvSpPr>
          <p:cNvPr id="12" name="标题 11"/>
          <p:cNvSpPr>
            <a:spLocks noGrp="1"/>
          </p:cNvSpPr>
          <p:nvPr>
            <p:ph type="ctrTitle" idx="14"/>
            <p:custDataLst>
              <p:tags r:id="rId3"/>
            </p:custDataLst>
          </p:nvPr>
        </p:nvSpPr>
        <p:spPr>
          <a:xfrm>
            <a:off x="6096000" y="1952625"/>
            <a:ext cx="6001385" cy="1109345"/>
          </a:xfrm>
        </p:spPr>
        <p:txBody>
          <a:bodyPr>
            <a:normAutofit fontScale="900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zh-CN" altLang="en-US" sz="5400" dirty="0">
                <a:solidFill>
                  <a:schemeClr val="accent1"/>
                </a:solidFill>
              </a:rPr>
              <a:t>综合实训项目总结：</a:t>
            </a:r>
            <a:br>
              <a:rPr lang="zh-CN" altLang="en-US" sz="5400" b="1" dirty="0">
                <a:solidFill>
                  <a:schemeClr val="accent1"/>
                </a:solidFill>
              </a:rPr>
            </a:br>
            <a:r>
              <a:rPr lang="zh-CN" altLang="en-US" sz="5400" dirty="0">
                <a:solidFill>
                  <a:schemeClr val="accent1"/>
                </a:solidFill>
              </a:rPr>
              <a:t>中珠校园外卖优化系统</a:t>
            </a:r>
            <a:endParaRPr lang="zh-CN" altLang="en-US" sz="5400" dirty="0">
              <a:solidFill>
                <a:schemeClr val="accent1"/>
              </a:solidFill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rcRect l="2216"/>
          <a:stretch>
            <a:fillRect/>
          </a:stretch>
        </p:blipFill>
        <p:spPr>
          <a:xfrm>
            <a:off x="1479550" y="694690"/>
            <a:ext cx="3623945" cy="1400810"/>
          </a:xfrm>
          <a:prstGeom prst="rect">
            <a:avLst/>
          </a:prstGeom>
          <a:ln>
            <a:noFill/>
          </a:ln>
        </p:spPr>
      </p:pic>
    </p:spTree>
    <p:custDataLst>
      <p:tags r:id="rId5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2" name="图片 11"/>
          <p:cNvPicPr/>
          <p:nvPr userDrawn="1">
            <p:custDataLst>
              <p:tags r:id="rId1"/>
            </p:custDataLst>
          </p:nvPr>
        </p:nvPicPr>
        <p:blipFill>
          <a:blip r:embed="rId2" r:link="rId3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11" name="图片 10"/>
          <p:cNvPicPr/>
          <p:nvPr userDrawn="1">
            <p:custDataLst>
              <p:tags r:id="rId4"/>
            </p:custDataLst>
          </p:nvPr>
        </p:nvPicPr>
        <p:blipFill>
          <a:blip r:embed="rId5" r:link="rId6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8" name="内容占位符 3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4846320" y="702310"/>
            <a:ext cx="7345045" cy="6156325"/>
          </a:xfrm>
          <a:prstGeom prst="rect">
            <a:avLst/>
          </a:prstGeom>
        </p:spPr>
        <p:txBody>
          <a:bodyPr wrap="square" lIns="90000" anchor="t" anchorCtr="0">
            <a:noAutofit/>
          </a:bodyPr>
          <a:lstStyle>
            <a:lvl1pPr marL="360045" indent="-360045" algn="l" defTabSz="914400" rtl="0" eaLnBrk="1" latinLnBrk="0" hangingPunct="1">
              <a:lnSpc>
                <a:spcPct val="150000"/>
              </a:lnSpc>
              <a:spcBef>
                <a:spcPts val="0"/>
              </a:spcBef>
              <a:buClr>
                <a:srgbClr val="0B5128"/>
              </a:buClr>
              <a:buFont typeface="Wingdings" panose="05000000000000000000" pitchFamily="2" charset="2"/>
              <a:buChar char="Ø"/>
              <a:defRPr sz="2400" b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0B5128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600" b="1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余飞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Redis 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缓存加速：</a:t>
            </a: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L1-L4 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四级缓存</a:t>
            </a: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+ 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分布式锁</a:t>
            </a: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+ 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限流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 b="1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周毅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四层记忆系统：短期、长期、梦境记忆与用户画像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 b="1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周玮康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RabbitMQ 异步消息队列，生产者/消费者/LLM Worker 异步任务处理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 b="1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许梓希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FastAPI 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后端路由、</a:t>
            </a: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SSE 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流式通信</a:t>
            </a: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 + REST API</a:t>
            </a:r>
            <a:endParaRPr lang="en-US" altLang="zh-CN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493394" y="57784"/>
            <a:ext cx="10210576" cy="928685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54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项目分工</a:t>
            </a:r>
            <a:endParaRPr lang="zh-CN" altLang="en-US" sz="54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327025" y="933450"/>
            <a:ext cx="4724400" cy="5740400"/>
          </a:xfrm>
          <a:prstGeom prst="rect">
            <a:avLst/>
          </a:prstGeom>
        </p:spPr>
        <p:txBody>
          <a:bodyPr wrap="square" lIns="90000" anchor="t" anchorCtr="0">
            <a:noAutofit/>
          </a:bodyPr>
          <a:lstStyle>
            <a:lvl1pPr marL="360045" indent="-360045" algn="l" defTabSz="914400" rtl="0" eaLnBrk="1" latinLnBrk="0" hangingPunct="1">
              <a:lnSpc>
                <a:spcPct val="150000"/>
              </a:lnSpc>
              <a:spcBef>
                <a:spcPts val="0"/>
              </a:spcBef>
              <a:buClr>
                <a:srgbClr val="0B5128"/>
              </a:buClr>
              <a:buFont typeface="Wingdings" panose="05000000000000000000" pitchFamily="2" charset="2"/>
              <a:buChar char="Ø"/>
              <a:defRPr sz="2400" b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0B5128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zh-CN" altLang="en-US" sz="1600" b="1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颜佳熙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1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、核心 Agent 框架 + 业务工具集成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2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、ReAct 推理循环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3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、LLM 集成 + 类型系统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4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、工具系统（注册/执行/下单/支付）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en-US" altLang="zh-CN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5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、技能框架 + Delivery Skill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6、任务规划器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 b="1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陈圻</a:t>
            </a: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：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marL="0" indent="0">
              <a:buNone/>
            </a:pPr>
            <a:r>
              <a:rPr lang="zh-CN" altLang="en-US" sz="16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整个用户对话界面的前端界面的设计。</a:t>
            </a:r>
            <a:endParaRPr lang="zh-CN" altLang="en-US" sz="16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32365" y="0"/>
            <a:ext cx="1463675" cy="114998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493395" y="4504690"/>
            <a:ext cx="69703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技术栈：</a:t>
            </a:r>
            <a:r>
              <a:rPr lang="en-US" altLang="zh-CN"/>
              <a:t>Vue 3 </a:t>
            </a:r>
            <a:r>
              <a:rPr lang="zh-CN" altLang="en-US"/>
              <a:t>前端</a:t>
            </a:r>
            <a:r>
              <a:rPr lang="en-US" altLang="zh-CN"/>
              <a:t> + FastAPI </a:t>
            </a:r>
            <a:r>
              <a:rPr lang="zh-CN" altLang="en-US"/>
              <a:t>后端</a:t>
            </a:r>
            <a:r>
              <a:rPr lang="en-US" altLang="zh-CN"/>
              <a:t> + </a:t>
            </a:r>
            <a:r>
              <a:rPr lang="zh-CN" altLang="en-US"/>
              <a:t>自研</a:t>
            </a:r>
            <a:r>
              <a:rPr lang="en-US" altLang="zh-CN"/>
              <a:t> ReAct Agent </a:t>
            </a:r>
            <a:r>
              <a:rPr lang="zh-CN" altLang="en-US"/>
              <a:t>引擎</a:t>
            </a:r>
            <a:r>
              <a:rPr lang="en-US" altLang="zh-CN"/>
              <a:t> + PostgreSQL/Redis/RabbitMQ </a:t>
            </a:r>
            <a:r>
              <a:rPr lang="zh-CN" altLang="en-US"/>
              <a:t>三件套</a:t>
            </a:r>
            <a:r>
              <a:rPr lang="en-US" altLang="zh-CN"/>
              <a:t> + Docker Compose </a:t>
            </a:r>
            <a:r>
              <a:rPr lang="zh-CN" altLang="en-US"/>
              <a:t>部署</a:t>
            </a:r>
            <a:endParaRPr lang="zh-CN" altLang="en-US"/>
          </a:p>
        </p:txBody>
      </p:sp>
    </p:spTree>
    <p:custDataLst>
      <p:tags r:id="rId1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图片 17"/>
          <p:cNvPicPr/>
          <p:nvPr userDrawn="1">
            <p:custDataLst>
              <p:tags r:id="rId1"/>
            </p:custDataLst>
          </p:nvPr>
        </p:nvPicPr>
        <p:blipFill>
          <a:blip r:embed="rId2" r:link="rId3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17" name="图片 16"/>
          <p:cNvPicPr/>
          <p:nvPr userDrawn="1">
            <p:custDataLst>
              <p:tags r:id="rId4"/>
            </p:custDataLst>
          </p:nvPr>
        </p:nvPicPr>
        <p:blipFill>
          <a:blip r:embed="rId5" r:link="rId6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15" name="内容占位符 10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350764" y="2604082"/>
            <a:ext cx="11709857" cy="865812"/>
          </a:xfrm>
          <a:prstGeom prst="rect">
            <a:avLst/>
          </a:prstGeom>
        </p:spPr>
        <p:txBody>
          <a:bodyPr wrap="square" lIns="90000" anchor="t" anchorCtr="0">
            <a:noAutofit/>
          </a:bodyPr>
          <a:lstStyle>
            <a:lvl1pPr marL="360045" indent="-360045" algn="l" defTabSz="914400" rtl="0" eaLnBrk="1" latinLnBrk="0" hangingPunct="1">
              <a:lnSpc>
                <a:spcPct val="150000"/>
              </a:lnSpc>
              <a:spcBef>
                <a:spcPts val="0"/>
              </a:spcBef>
              <a:buClr>
                <a:srgbClr val="0B5128"/>
              </a:buClr>
              <a:buFont typeface="Wingdings" panose="05000000000000000000" pitchFamily="2" charset="2"/>
              <a:buChar char="Ø"/>
              <a:defRPr sz="2400" b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0B5128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kumimoji="1" lang="zh-CN" altLang="en-US" sz="1600" dirty="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内容占位符 10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350764" y="3952723"/>
            <a:ext cx="11709857" cy="2266773"/>
          </a:xfrm>
          <a:prstGeom prst="rect">
            <a:avLst/>
          </a:prstGeom>
        </p:spPr>
        <p:txBody>
          <a:bodyPr wrap="square" lIns="90000" anchor="t" anchorCtr="0">
            <a:noAutofit/>
          </a:bodyPr>
          <a:lstStyle>
            <a:lvl1pPr marL="360045" indent="-360045" algn="l" defTabSz="914400" rtl="0" eaLnBrk="1" latinLnBrk="0" hangingPunct="1">
              <a:lnSpc>
                <a:spcPct val="150000"/>
              </a:lnSpc>
              <a:spcBef>
                <a:spcPts val="0"/>
              </a:spcBef>
              <a:buClr>
                <a:srgbClr val="0B5128"/>
              </a:buClr>
              <a:buFont typeface="Wingdings" panose="05000000000000000000" pitchFamily="2" charset="2"/>
              <a:buChar char="Ø"/>
              <a:defRPr sz="2400" b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0B5128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zh-CN" sz="1200" dirty="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custDataLst>
              <p:tags r:id="rId9"/>
            </p:custDataLst>
          </p:nvPr>
        </p:nvSpPr>
        <p:spPr>
          <a:xfrm>
            <a:off x="628014" y="-1"/>
            <a:ext cx="10210576" cy="928685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kumimoji="1" lang="zh-CN" altLang="en-US" sz="5400" dirty="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项目介绍</a:t>
            </a:r>
            <a:endParaRPr kumimoji="1" lang="zh-CN" altLang="en-US" sz="5400" dirty="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内容占位符 5"/>
          <p:cNvSpPr>
            <a:spLocks noGrp="1"/>
          </p:cNvSpPr>
          <p:nvPr>
            <p:custDataLst>
              <p:tags r:id="rId10"/>
            </p:custDataLst>
          </p:nvPr>
        </p:nvSpPr>
        <p:spPr>
          <a:xfrm>
            <a:off x="346708" y="1072977"/>
            <a:ext cx="11199741" cy="521970"/>
          </a:xfrm>
          <a:prstGeom prst="rect">
            <a:avLst/>
          </a:prstGeom>
          <a:noFill/>
        </p:spPr>
        <p:txBody>
          <a:bodyPr anchor="ctr" anchorCtr="0">
            <a:spAutoFit/>
          </a:bodyPr>
          <a:lstStyle>
            <a:lvl1pPr marL="360045" indent="-360045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0B5128"/>
              </a:buClr>
              <a:buFont typeface="Wingdings" panose="05000000000000000000" pitchFamily="2" charset="2"/>
              <a:buChar char="n"/>
              <a:defRPr sz="28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Clr>
                <a:srgbClr val="0B5128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项目背景</a:t>
            </a:r>
            <a:endParaRPr lang="zh-CN" altLang="en-US" dirty="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内容占位符 10"/>
          <p:cNvSpPr>
            <a:spLocks noGrp="1"/>
          </p:cNvSpPr>
          <p:nvPr>
            <p:custDataLst>
              <p:tags r:id="rId11"/>
            </p:custDataLst>
          </p:nvPr>
        </p:nvSpPr>
        <p:spPr>
          <a:xfrm>
            <a:off x="342900" y="1558290"/>
            <a:ext cx="11478260" cy="1368425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kumimoji="1" lang="zh-CN" altLang="en-US" dirty="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32365" y="0"/>
            <a:ext cx="1463675" cy="114998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746760" y="1835150"/>
            <a:ext cx="9719945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原来的外卖网站是一个传统的</a:t>
            </a:r>
            <a:r>
              <a:rPr lang="en-US" altLang="zh-CN"/>
              <a:t> </a:t>
            </a:r>
            <a:r>
              <a:rPr lang="zh-CN" altLang="en-US"/>
              <a:t>「前后端分离</a:t>
            </a:r>
            <a:r>
              <a:rPr lang="en-US" altLang="zh-CN"/>
              <a:t> + CRUD</a:t>
            </a:r>
            <a:r>
              <a:rPr lang="zh-CN" altLang="en-US"/>
              <a:t>」</a:t>
            </a:r>
            <a:r>
              <a:rPr lang="en-US" altLang="zh-CN"/>
              <a:t> </a:t>
            </a:r>
            <a:r>
              <a:rPr lang="zh-CN" altLang="en-US"/>
              <a:t>系统</a:t>
            </a:r>
            <a:r>
              <a:rPr lang="en-US" altLang="zh-CN"/>
              <a:t>——Vue3 </a:t>
            </a:r>
            <a:r>
              <a:rPr lang="zh-CN" altLang="en-US"/>
              <a:t>前端</a:t>
            </a:r>
            <a:r>
              <a:rPr lang="en-US" altLang="zh-CN"/>
              <a:t> + Go </a:t>
            </a:r>
            <a:r>
              <a:rPr lang="zh-CN" altLang="en-US"/>
              <a:t>后端</a:t>
            </a:r>
            <a:r>
              <a:rPr lang="en-US" altLang="zh-CN"/>
              <a:t> + MySQL</a:t>
            </a:r>
            <a:r>
              <a:rPr lang="zh-CN" altLang="en-US"/>
              <a:t>，用户需要手动浏览菜单、选菜、填地址、下单，每一步都要点很多次。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痛点很明确：</a:t>
            </a:r>
            <a:endParaRPr lang="zh-CN" altLang="en-US"/>
          </a:p>
          <a:p>
            <a:endParaRPr lang="en-US" altLang="zh-CN"/>
          </a:p>
          <a:p>
            <a:r>
              <a:rPr lang="zh-CN" altLang="en-US"/>
              <a:t>操作路径长</a:t>
            </a:r>
            <a:r>
              <a:rPr lang="en-US" altLang="zh-CN"/>
              <a:t> — </a:t>
            </a:r>
            <a:r>
              <a:rPr lang="zh-CN" altLang="en-US"/>
              <a:t>打开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搜商家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看菜单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选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填地址</a:t>
            </a:r>
            <a:r>
              <a:rPr lang="en-US" altLang="zh-CN"/>
              <a:t> </a:t>
            </a:r>
            <a:r>
              <a:rPr lang="en-US" altLang="en-US"/>
              <a:t>→</a:t>
            </a:r>
            <a:r>
              <a:rPr lang="en-US" altLang="zh-CN"/>
              <a:t> </a:t>
            </a:r>
            <a:r>
              <a:rPr lang="zh-CN" altLang="en-US"/>
              <a:t>支付，流程固定但步骤多</a:t>
            </a:r>
            <a:endParaRPr lang="zh-CN" altLang="en-US"/>
          </a:p>
          <a:p>
            <a:r>
              <a:rPr lang="zh-CN" altLang="en-US"/>
              <a:t>没有智能</a:t>
            </a:r>
            <a:r>
              <a:rPr lang="en-US" altLang="zh-CN"/>
              <a:t> — </a:t>
            </a:r>
            <a:r>
              <a:rPr lang="zh-CN" altLang="en-US"/>
              <a:t>系统没有记忆，每单都要重新选，不会推荐，不会主动服务</a:t>
            </a:r>
            <a:endParaRPr lang="zh-CN" altLang="en-US"/>
          </a:p>
          <a:p>
            <a:r>
              <a:rPr lang="zh-CN" altLang="en-US"/>
              <a:t>客服成本高</a:t>
            </a:r>
            <a:r>
              <a:rPr lang="en-US" altLang="zh-CN"/>
              <a:t> — </a:t>
            </a:r>
            <a:r>
              <a:rPr lang="zh-CN" altLang="en-US"/>
              <a:t>查订单这类高频问题，要么自己翻，要么找人工</a:t>
            </a:r>
            <a:endParaRPr lang="zh-CN" altLang="en-US"/>
          </a:p>
          <a:p>
            <a:r>
              <a:rPr lang="zh-CN" altLang="en-US"/>
              <a:t>所以引入</a:t>
            </a:r>
            <a:r>
              <a:rPr lang="en-US" altLang="zh-CN"/>
              <a:t> AI Agent </a:t>
            </a:r>
            <a:r>
              <a:rPr lang="zh-CN" altLang="en-US"/>
              <a:t>的本质是：把「人适应机器」变成「机器适应人」。用户只需要说一句话，</a:t>
            </a:r>
            <a:r>
              <a:rPr lang="en-US" altLang="zh-CN"/>
              <a:t>Agent </a:t>
            </a:r>
            <a:r>
              <a:rPr lang="zh-CN" altLang="en-US"/>
              <a:t>自动完成意图理解、信息检索、决策执行的全流程。</a:t>
            </a:r>
            <a:endParaRPr lang="zh-CN" altLang="en-US"/>
          </a:p>
        </p:txBody>
      </p:sp>
    </p:spTree>
    <p:custDataLst>
      <p:tags r:id="rId1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图片 12"/>
          <p:cNvPicPr/>
          <p:nvPr userDrawn="1">
            <p:custDataLst>
              <p:tags r:id="rId1"/>
            </p:custDataLst>
          </p:nvPr>
        </p:nvPicPr>
        <p:blipFill>
          <a:blip r:embed="rId2" r:link="rId3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4"/>
            </p:custDataLst>
          </p:nvPr>
        </p:nvPicPr>
        <p:blipFill>
          <a:blip r:embed="rId5" r:link="rId6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657224" y="-1"/>
            <a:ext cx="10210576" cy="928685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5400" dirty="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项目功能介绍</a:t>
            </a:r>
            <a:endParaRPr lang="zh-CN" altLang="en-US" sz="5400" dirty="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346709" y="1227772"/>
            <a:ext cx="11199741" cy="5219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zh-CN" altLang="en-US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32365" y="0"/>
            <a:ext cx="1463675" cy="114998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1302385" y="15017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graphicFrame>
        <p:nvGraphicFramePr>
          <p:cNvPr id="9" name="表格 8"/>
          <p:cNvGraphicFramePr/>
          <p:nvPr>
            <p:custDataLst>
              <p:tags r:id="rId10"/>
            </p:custDataLst>
          </p:nvPr>
        </p:nvGraphicFramePr>
        <p:xfrm>
          <a:off x="853440" y="1367790"/>
          <a:ext cx="10163175" cy="3691890"/>
        </p:xfrm>
        <a:graphic>
          <a:graphicData uri="http://schemas.openxmlformats.org/drawingml/2006/table">
            <a:tbl>
              <a:tblPr/>
              <a:tblGrid>
                <a:gridCol w="3387725"/>
                <a:gridCol w="3387725"/>
                <a:gridCol w="3387725"/>
              </a:tblGrid>
              <a:tr h="615315">
                <a:tc>
                  <a:txBody>
                    <a:bodyPr/>
                    <a:p>
                      <a:r>
                        <a:rPr lang="zh-CN" altLang="en-US" sz="1800" b="0" i="0"/>
                        <a:t>功能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用户说一句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Agent 做了什么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15315">
                <a:tc>
                  <a:txBody>
                    <a:bodyPr/>
                    <a:p>
                      <a:r>
                        <a:rPr lang="zh-CN" altLang="en-US" sz="1800" b="0" i="0"/>
                        <a:t>智能点餐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"帮我点一份黄焖鸡米饭送到宿舍"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搜商家→查菜单→填地址→下单→引导支付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15315">
                <a:tc>
                  <a:txBody>
                    <a:bodyPr/>
                    <a:p>
                      <a:r>
                        <a:rPr lang="zh-CN" altLang="en-US" sz="1800" b="0" i="0"/>
                        <a:t>订单管理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"我的外卖到哪了"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查订单状态→调配送接口→返回物流信息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15315">
                <a:tc>
                  <a:txBody>
                    <a:bodyPr/>
                    <a:p>
                      <a:r>
                        <a:rPr lang="zh-CN" altLang="en-US" sz="1800" b="0" i="0"/>
                        <a:t>智能推荐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"今天吃什么好"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读历史订单→分析偏好→推荐菜品+理由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15315">
                <a:tc>
                  <a:txBody>
                    <a:bodyPr/>
                    <a:p>
                      <a:r>
                        <a:rPr lang="zh-CN" altLang="en-US" sz="1800" b="0" i="0"/>
                        <a:t>售后客服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"我有个订单想取消"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查订单→判断是否可取消→执行取消→退款处理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615315">
                <a:tc>
                  <a:txBody>
                    <a:bodyPr/>
                    <a:p>
                      <a:r>
                        <a:rPr lang="zh-CN" altLang="en-US" sz="1800" b="0" i="0"/>
                        <a:t>上下文记忆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下次说"老样子"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p>
                      <a:r>
                        <a:rPr lang="zh-CN" altLang="en-US" sz="1800" b="0" i="0"/>
                        <a:t>从记忆系统调出历史偏好和地址，自动填充</a:t>
                      </a:r>
                      <a:endParaRPr lang="zh-CN" altLang="en-US" sz="1800" b="0" i="0"/>
                    </a:p>
                  </a:txBody>
                  <a:tcPr marL="19367" marR="19367" marT="19367" marB="19367" anchor="ctr" anchorCtr="0">
                    <a:lnL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L>
                    <a:lnR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R>
                    <a:lnT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2A2B2C"/>
                      </a:solidFill>
                      <a:prstDash val="solid"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</p:spTree>
    <p:custDataLst>
      <p:tags r:id="rId1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3" name="图片 12"/>
          <p:cNvPicPr/>
          <p:nvPr userDrawn="1">
            <p:custDataLst>
              <p:tags r:id="rId1"/>
            </p:custDataLst>
          </p:nvPr>
        </p:nvPicPr>
        <p:blipFill>
          <a:blip r:embed="rId2" r:link="rId3" cstate="email"/>
          <a:stretch>
            <a:fillRect/>
          </a:stretch>
        </p:blipFill>
        <p:spPr>
          <a:xfrm>
            <a:off x="0" y="0"/>
            <a:ext cx="720090" cy="655282"/>
          </a:xfrm>
          <a:prstGeom prst="rect">
            <a:avLst/>
          </a:prstGeom>
        </p:spPr>
      </p:pic>
      <p:pic>
        <p:nvPicPr>
          <p:cNvPr id="12" name="图片 11"/>
          <p:cNvPicPr/>
          <p:nvPr userDrawn="1">
            <p:custDataLst>
              <p:tags r:id="rId4"/>
            </p:custDataLst>
          </p:nvPr>
        </p:nvPicPr>
        <p:blipFill>
          <a:blip r:embed="rId5" r:link="rId6" cstate="email"/>
          <a:stretch>
            <a:fillRect/>
          </a:stretch>
        </p:blipFill>
        <p:spPr>
          <a:xfrm>
            <a:off x="11471910" y="0"/>
            <a:ext cx="720090" cy="655282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custDataLst>
              <p:tags r:id="rId7"/>
            </p:custDataLst>
          </p:nvPr>
        </p:nvSpPr>
        <p:spPr>
          <a:xfrm>
            <a:off x="505459" y="-1"/>
            <a:ext cx="10210576" cy="928685"/>
          </a:xfrm>
          <a:prstGeom prst="rect">
            <a:avLst/>
          </a:prstGeom>
        </p:spPr>
        <p:txBody>
          <a:bodyPr anchor="ctr" anchorCtr="0"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sz="5400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项目功能介绍</a:t>
            </a:r>
            <a:endParaRPr lang="zh-CN" altLang="en-US" sz="5400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custDataLst>
              <p:tags r:id="rId8"/>
            </p:custDataLst>
          </p:nvPr>
        </p:nvSpPr>
        <p:spPr>
          <a:xfrm>
            <a:off x="346709" y="1227772"/>
            <a:ext cx="11199741" cy="52197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>
                <a:solidFill>
                  <a:schemeClr val="dk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业务流程图</a:t>
            </a:r>
            <a:endParaRPr lang="zh-CN" altLang="en-US">
              <a:solidFill>
                <a:schemeClr val="dk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32365" y="0"/>
            <a:ext cx="1463675" cy="1149985"/>
          </a:xfrm>
          <a:prstGeom prst="rect">
            <a:avLst/>
          </a:prstGeom>
        </p:spPr>
      </p:pic>
      <p:pic>
        <p:nvPicPr>
          <p:cNvPr id="7" name="图片 6" descr="aaa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9545" y="2164080"/>
            <a:ext cx="11853545" cy="3176905"/>
          </a:xfrm>
          <a:prstGeom prst="rect">
            <a:avLst/>
          </a:prstGeom>
        </p:spPr>
      </p:pic>
    </p:spTree>
    <p:custDataLst>
      <p:tags r:id="rId1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9721215" y="5977255"/>
            <a:ext cx="2531745" cy="1111250"/>
          </a:xfrm>
          <a:prstGeom prst="rect">
            <a:avLst/>
          </a:prstGeom>
        </p:spPr>
        <p:txBody>
          <a:bodyPr vert="horz" wrap="square" lIns="0" tIns="0" rIns="0" bIns="0" rtlCol="0" anchor="t" anchorCtr="0">
            <a:normAutofit/>
          </a:bodyPr>
          <a:lstStyle>
            <a:lvl1pPr marL="342900" marR="0" indent="-3429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ts val="1800"/>
              <a:buFont typeface="Arial" panose="020B0604020202020204" pitchFamily="34" charset="0"/>
              <a:buNone/>
              <a:defRPr sz="1800" b="0" u="none" strike="noStrike" kern="1200" cap="none" spc="200" normalizeH="0" baseline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defRPr>
            </a:lvl1pPr>
            <a:lvl2pPr marL="6858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sz="1600" u="none" strike="noStrike" kern="1200" cap="none" spc="150" normalizeH="0" baseline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defRPr>
            </a:lvl2pPr>
            <a:lvl3pPr marL="11430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600" u="none" strike="noStrike" kern="1200" cap="none" spc="150" normalizeH="0" baseline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defRPr>
            </a:lvl3pPr>
            <a:lvl4pPr marL="16002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600" u="none" strike="noStrike" kern="1200" cap="none" spc="150" normalizeH="0" baseline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defRPr>
            </a:lvl4pPr>
            <a:lvl5pPr marL="205740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1600" u="none" strike="noStrike" kern="1200" cap="none" spc="150" normalizeH="0" baseline="0">
                <a:solidFill>
                  <a:schemeClr val="tx1"/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>
                <a:solidFill>
                  <a:schemeClr val="dk1"/>
                </a:solidFill>
              </a:rPr>
              <a:t>2026.1.9</a:t>
            </a:r>
            <a:endParaRPr lang="en-US" altLang="zh-CN" sz="2000">
              <a:solidFill>
                <a:schemeClr val="dk1"/>
              </a:solidFill>
            </a:endParaRPr>
          </a:p>
        </p:txBody>
      </p:sp>
      <p:sp>
        <p:nvSpPr>
          <p:cNvPr id="2" name="标题 1"/>
          <p:cNvSpPr>
            <a:spLocks noGrp="1"/>
          </p:cNvSpPr>
          <p:nvPr>
            <p:custDataLst>
              <p:tags r:id="rId2"/>
            </p:custDataLst>
          </p:nvPr>
        </p:nvSpPr>
        <p:spPr>
          <a:xfrm>
            <a:off x="6560820" y="2939733"/>
            <a:ext cx="4825365" cy="135191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Pts val="6600"/>
              <a:buFont typeface="Arial" panose="020B0604020202020204" pitchFamily="34" charset="0"/>
              <a:buNone/>
              <a:defRPr sz="6600" b="0" u="none" strike="noStrike" kern="1200" cap="none" spc="700" normalizeH="0">
                <a:solidFill>
                  <a:schemeClr val="tx1"/>
                </a:solidFill>
                <a:uFillTx/>
                <a:latin typeface="Arial" panose="020B0604020202020204" pitchFamily="34" charset="0"/>
                <a:ea typeface="汉仪旗黑-85S" panose="00020600040101010101" pitchFamily="18" charset="-122"/>
                <a:cs typeface="+mj-cs"/>
              </a:defRPr>
            </a:lvl1pPr>
          </a:lstStyle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None/>
            </a:pPr>
            <a:r>
              <a:rPr lang="en-US" altLang="zh-CN" sz="6600" dirty="0">
                <a:solidFill>
                  <a:schemeClr val="accent1"/>
                </a:solidFill>
              </a:rPr>
              <a:t>THANKS</a:t>
            </a:r>
            <a:endParaRPr lang="en-US" altLang="zh-CN" sz="6600" dirty="0">
              <a:solidFill>
                <a:schemeClr val="accent1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rcRect l="2686"/>
          <a:stretch>
            <a:fillRect/>
          </a:stretch>
        </p:blipFill>
        <p:spPr>
          <a:xfrm>
            <a:off x="6922770" y="75565"/>
            <a:ext cx="3312795" cy="267462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ID" val="_1*y*1"/>
  <p:tag name="KSO_WM_UNIT_TYPE" val="y"/>
  <p:tag name="KSO_WM_UNIT_INDEX" val="1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76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</p:tagLst>
</file>

<file path=ppt/tags/tag77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82.xml><?xml version="1.0" encoding="utf-8"?>
<p:tagLst xmlns:p="http://schemas.openxmlformats.org/presentationml/2006/main">
  <p:tag name="KSO_WM_UNIT_TYPE" val="i"/>
  <p:tag name="KSO_WM_UNIT_SUBTYPE" val="h"/>
  <p:tag name="KSO_WM_SLIDE_BACKGROUND_TYPE" val="frame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3*i*0"/>
  <p:tag name="KSO_WM_UNIT_BK_DARK_LIGHT" val="2"/>
  <p:tag name="KSO_WM_UNIT_LAYERLEVEL" val="1"/>
  <p:tag name="KSO_WM_TAG_VERSION" val="1.0"/>
  <p:tag name="KSO_WM_BEAUTIFY_FLAG" val="#wm#"/>
</p:tagLst>
</file>

<file path=ppt/tags/tag83.xml><?xml version="1.0" encoding="utf-8"?>
<p:tagLst xmlns:p="http://schemas.openxmlformats.org/presentationml/2006/main">
  <p:tag name="KSO_WM_SLIDE_BACKGROUND_TYPE" val="frame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</p:tagLst>
</file>

<file path=ppt/tags/tag84.xml><?xml version="1.0" encoding="utf-8"?>
<p:tagLst xmlns:p="http://schemas.openxmlformats.org/presentationml/2006/main">
  <p:tag name="KSO_WM_SLIDE_BACKGROUND_TYPE" val="frame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</p:tagLst>
</file>

<file path=ppt/tags/tag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90.xml><?xml version="1.0" encoding="utf-8"?>
<p:tagLst xmlns:p="http://schemas.openxmlformats.org/presentationml/2006/main">
  <p:tag name="KSO_WM_UNIT_TYPE" val="i"/>
  <p:tag name="KSO_WM_UNIT_SUBTYPE" val="h"/>
  <p:tag name="KSO_WM_SLIDE_BACKGROUND_TYPE" val="leftRight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4*i*0"/>
  <p:tag name="KSO_WM_UNIT_BK_DARK_LIGHT" val="2"/>
  <p:tag name="KSO_WM_UNIT_LAYERLEVEL" val="1"/>
  <p:tag name="KSO_WM_TAG_VERSION" val="1.0"/>
  <p:tag name="KSO_WM_BEAUTIFY_FLAG" val="#wm#"/>
</p:tagLst>
</file>

<file path=ppt/tags/tag91.xml><?xml version="1.0" encoding="utf-8"?>
<p:tagLst xmlns:p="http://schemas.openxmlformats.org/presentationml/2006/main">
  <p:tag name="KSO_WM_SLIDE_BACKGROUND_TYPE" val="leftRight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98.xml><?xml version="1.0" encoding="utf-8"?>
<p:tagLst xmlns:p="http://schemas.openxmlformats.org/presentationml/2006/main">
  <p:tag name="KSO_WM_UNIT_TYPE" val="i"/>
  <p:tag name="KSO_WM_UNIT_SUBTYPE" val="h"/>
  <p:tag name="KSO_WM_SLIDE_BACKGROUND_TYPE" val="topBottom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5*i*0"/>
  <p:tag name="KSO_WM_UNIT_BK_DARK_LIGHT" val="2"/>
  <p:tag name="KSO_WM_UNIT_LAYERLEVEL" val="1"/>
  <p:tag name="KSO_WM_TAG_VERSION" val="1.0"/>
  <p:tag name="KSO_WM_BEAUTIFY_FLAG" val="#wm#"/>
</p:tagLst>
</file>

<file path=ppt/tags/tag99.xml><?xml version="1.0" encoding="utf-8"?>
<p:tagLst xmlns:p="http://schemas.openxmlformats.org/presentationml/2006/main">
  <p:tag name="KSO_WM_SLIDE_BACKGROUND_TYPE" val="topBottom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100.xml><?xml version="1.0" encoding="utf-8"?>
<p:tagLst xmlns:p="http://schemas.openxmlformats.org/presentationml/2006/main">
  <p:tag name="KSO_WM_SLIDE_BACKGROUND_TYPE" val="topBottom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1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1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1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1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1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1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107.xml><?xml version="1.0" encoding="utf-8"?>
<p:tagLst xmlns:p="http://schemas.openxmlformats.org/presentationml/2006/main">
  <p:tag name="KSO_WM_UNIT_TYPE" val="i"/>
  <p:tag name="KSO_WM_UNIT_SUBTYPE" val="h"/>
  <p:tag name="KSO_WM_SLIDE_BACKGROUND_TYPE" val="bottomTop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6*i*0"/>
  <p:tag name="KSO_WM_UNIT_BK_DARK_LIGHT" val="2"/>
  <p:tag name="KSO_WM_UNIT_LAYERLEVEL" val="1"/>
  <p:tag name="KSO_WM_TAG_VERSION" val="1.0"/>
  <p:tag name="KSO_WM_BEAUTIFY_FLAG" val="#wm#"/>
</p:tagLst>
</file>

<file path=ppt/tags/tag108.xml><?xml version="1.0" encoding="utf-8"?>
<p:tagLst xmlns:p="http://schemas.openxmlformats.org/presentationml/2006/main">
  <p:tag name="KSO_WM_SLIDE_BACKGROUND_TYPE" val="bottomTop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</p:tagLst>
</file>

<file path=ppt/tags/tag109.xml><?xml version="1.0" encoding="utf-8"?>
<p:tagLst xmlns:p="http://schemas.openxmlformats.org/presentationml/2006/main">
  <p:tag name="KSO_WM_SLIDE_BACKGROUND_TYPE" val="bottomTop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</p:tagLst>
</file>

<file path=ppt/tags/tag1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116.xml><?xml version="1.0" encoding="utf-8"?>
<p:tagLst xmlns:p="http://schemas.openxmlformats.org/presentationml/2006/main">
  <p:tag name="KSO_WM_UNIT_TYPE" val="i"/>
  <p:tag name="KSO_WM_UNIT_SUBTYPE" val="h"/>
  <p:tag name="KSO_WM_SLIDE_BACKGROUND_TYPE" val="navigation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7*i*0"/>
  <p:tag name="KSO_WM_UNIT_BK_DARK_LIGHT" val="2"/>
  <p:tag name="KSO_WM_UNIT_LAYERLEVEL" val="1"/>
  <p:tag name="KSO_WM_TAG_VERSION" val="1.0"/>
  <p:tag name="KSO_WM_BEAUTIFY_FLAG" val="#wm#"/>
</p:tagLst>
</file>

<file path=ppt/tags/tag117.xml><?xml version="1.0" encoding="utf-8"?>
<p:tagLst xmlns:p="http://schemas.openxmlformats.org/presentationml/2006/main">
  <p:tag name="KSO_WM_SLIDE_BACKGROUND_TYPE" val="navigation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118.xml><?xml version="1.0" encoding="utf-8"?>
<p:tagLst xmlns:p="http://schemas.openxmlformats.org/presentationml/2006/main">
  <p:tag name="KSO_WM_SLIDE_BACKGROUND_TYPE" val="navigation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1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127.xml><?xml version="1.0" encoding="utf-8"?>
<p:tagLst xmlns:p="http://schemas.openxmlformats.org/presentationml/2006/main">
  <p:tag name="KSO_WM_UNIT_TYPE" val="i"/>
  <p:tag name="KSO_WM_UNIT_SUBTYPE" val="h"/>
  <p:tag name="KSO_WM_SLIDE_BACKGROUND_TYPE" val="belt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8*i*0"/>
  <p:tag name="KSO_WM_UNIT_BK_DARK_LIGHT" val="2"/>
  <p:tag name="KSO_WM_UNIT_LAYERLEVEL" val="1"/>
  <p:tag name="KSO_WM_TAG_VERSION" val="1.0"/>
  <p:tag name="KSO_WM_BEAUTIFY_FLAG" val="#wm#"/>
</p:tagLst>
</file>

<file path=ppt/tags/tag128.xml><?xml version="1.0" encoding="utf-8"?>
<p:tagLst xmlns:p="http://schemas.openxmlformats.org/presentationml/2006/main">
  <p:tag name="KSO_WM_SLIDE_BACKGROUND_TYPE" val="belt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129.xml><?xml version="1.0" encoding="utf-8"?>
<p:tagLst xmlns:p="http://schemas.openxmlformats.org/presentationml/2006/main">
  <p:tag name="KSO_WM_SLIDE_BACKGROUND_TYPE" val="belt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1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135.xml><?xml version="1.0" encoding="utf-8"?>
<p:tagLst xmlns:p="http://schemas.openxmlformats.org/presentationml/2006/main">
  <p:tag name="KSO_WM_TAG_VERSION" val="1.0"/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EMPLATE_CATEGORY" val="custom"/>
  <p:tag name="KSO_WM_TEMPLATE_INDEX" val="20204374"/>
</p:tagLst>
</file>

<file path=ppt/tags/tag136.xml><?xml version="1.0" encoding="utf-8"?>
<p:tagLst xmlns:p="http://schemas.openxmlformats.org/presentationml/2006/main">
  <p:tag name="KSO_WM_TAG_VERSION" val="1.0"/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EMPLATE_CATEGORY" val="custom"/>
  <p:tag name="KSO_WM_TEMPLATE_INDEX" val="20204374"/>
</p:tagLst>
</file>

<file path=ppt/tags/tag1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40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20204374"/>
  <p:tag name="KSO_WM_TEMPLATE_SUBCATEGORY" val="0"/>
  <p:tag name="KSO_WM_TEMPLATE_MASTER_TYPE" val="1"/>
  <p:tag name="KSO_WM_TEMPLATE_COLOR_TYPE" val="1"/>
  <p:tag name="KSO_WM_TEMPLATE_MASTER_THUMB_INDEX" val="12"/>
  <p:tag name="KSO_WM_TEMPLATE_THUMBS_INDEX" val="1、4、6、8、11、12、16、17、19、20、21、22、23、24、29、30、32、35、36、37"/>
</p:tagLst>
</file>

<file path=ppt/tags/tag1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ID" val="_1*y*1"/>
  <p:tag name="KSO_WM_UNIT_TYPE" val="y"/>
  <p:tag name="KSO_WM_UNIT_INDEX" val="1"/>
</p:tagLst>
</file>

<file path=ppt/tags/tag1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1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18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8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8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18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19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9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9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20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20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20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20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20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20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20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20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20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20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2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6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</p:tagLst>
</file>

<file path=ppt/tags/tag217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</p:tagLst>
</file>

<file path=ppt/tags/tag2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2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2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2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SLIDE_BACKGROUND_TYPE" val="general"/>
  <p:tag name="KSO_WM_SLIDE_BK_DARK_LIGHT" val="2"/>
</p:tagLst>
</file>

<file path=ppt/tags/tag222.xml><?xml version="1.0" encoding="utf-8"?>
<p:tagLst xmlns:p="http://schemas.openxmlformats.org/presentationml/2006/main">
  <p:tag name="KSO_WM_UNIT_TYPE" val="i"/>
  <p:tag name="KSO_WM_UNIT_SUBTYPE" val="h"/>
  <p:tag name="KSO_WM_SLIDE_BACKGROUND_TYPE" val="frame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3*i*0"/>
  <p:tag name="KSO_WM_UNIT_BK_DARK_LIGHT" val="2"/>
  <p:tag name="KSO_WM_UNIT_LAYERLEVEL" val="1"/>
  <p:tag name="KSO_WM_TAG_VERSION" val="1.0"/>
  <p:tag name="KSO_WM_BEAUTIFY_FLAG" val="#wm#"/>
</p:tagLst>
</file>

<file path=ppt/tags/tag223.xml><?xml version="1.0" encoding="utf-8"?>
<p:tagLst xmlns:p="http://schemas.openxmlformats.org/presentationml/2006/main">
  <p:tag name="KSO_WM_SLIDE_BACKGROUND_TYPE" val="frame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</p:tagLst>
</file>

<file path=ppt/tags/tag224.xml><?xml version="1.0" encoding="utf-8"?>
<p:tagLst xmlns:p="http://schemas.openxmlformats.org/presentationml/2006/main">
  <p:tag name="KSO_WM_SLIDE_BACKGROUND_TYPE" val="frame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</p:tagLst>
</file>

<file path=ppt/tags/tag2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2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2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2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2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3**"/>
  <p:tag name="KSO_WM_UNIT_LAYERLEVEL" val="1"/>
  <p:tag name="KSO_WM_TAG_VERSION" val="1.0"/>
  <p:tag name="KSO_WM_BEAUTIFY_FLAG" val="#wm#"/>
  <p:tag name="KSO_WM_SLIDE_BACKGROUND_TYPE" val="frame"/>
  <p:tag name="KSO_WM_SLIDE_BK_DARK_LIGHT" val="2"/>
</p:tagLst>
</file>

<file path=ppt/tags/tag230.xml><?xml version="1.0" encoding="utf-8"?>
<p:tagLst xmlns:p="http://schemas.openxmlformats.org/presentationml/2006/main">
  <p:tag name="KSO_WM_UNIT_TYPE" val="i"/>
  <p:tag name="KSO_WM_UNIT_SUBTYPE" val="h"/>
  <p:tag name="KSO_WM_SLIDE_BACKGROUND_TYPE" val="leftRight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4*i*0"/>
  <p:tag name="KSO_WM_UNIT_BK_DARK_LIGHT" val="2"/>
  <p:tag name="KSO_WM_UNIT_LAYERLEVEL" val="1"/>
  <p:tag name="KSO_WM_TAG_VERSION" val="1.0"/>
  <p:tag name="KSO_WM_BEAUTIFY_FLAG" val="#wm#"/>
</p:tagLst>
</file>

<file path=ppt/tags/tag231.xml><?xml version="1.0" encoding="utf-8"?>
<p:tagLst xmlns:p="http://schemas.openxmlformats.org/presentationml/2006/main">
  <p:tag name="KSO_WM_SLIDE_BACKGROUND_TYPE" val="leftRight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</p:tagLst>
</file>

<file path=ppt/tags/tag2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2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2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2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2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2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4**"/>
  <p:tag name="KSO_WM_UNIT_LAYERLEVEL" val="1"/>
  <p:tag name="KSO_WM_TAG_VERSION" val="1.0"/>
  <p:tag name="KSO_WM_BEAUTIFY_FLAG" val="#wm#"/>
  <p:tag name="KSO_WM_SLIDE_BACKGROUND_TYPE" val="leftRight"/>
  <p:tag name="KSO_WM_SLIDE_BK_DARK_LIGHT" val="2"/>
</p:tagLst>
</file>

<file path=ppt/tags/tag238.xml><?xml version="1.0" encoding="utf-8"?>
<p:tagLst xmlns:p="http://schemas.openxmlformats.org/presentationml/2006/main">
  <p:tag name="KSO_WM_UNIT_TYPE" val="i"/>
  <p:tag name="KSO_WM_UNIT_SUBTYPE" val="h"/>
  <p:tag name="KSO_WM_SLIDE_BACKGROUND_TYPE" val="topBottom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5*i*0"/>
  <p:tag name="KSO_WM_UNIT_BK_DARK_LIGHT" val="2"/>
  <p:tag name="KSO_WM_UNIT_LAYERLEVEL" val="1"/>
  <p:tag name="KSO_WM_TAG_VERSION" val="1.0"/>
  <p:tag name="KSO_WM_BEAUTIFY_FLAG" val="#wm#"/>
</p:tagLst>
</file>

<file path=ppt/tags/tag239.xml><?xml version="1.0" encoding="utf-8"?>
<p:tagLst xmlns:p="http://schemas.openxmlformats.org/presentationml/2006/main">
  <p:tag name="KSO_WM_SLIDE_BACKGROUND_TYPE" val="topBottom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240.xml><?xml version="1.0" encoding="utf-8"?>
<p:tagLst xmlns:p="http://schemas.openxmlformats.org/presentationml/2006/main">
  <p:tag name="KSO_WM_SLIDE_BACKGROUND_TYPE" val="topBottom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</p:tagLst>
</file>

<file path=ppt/tags/tag2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2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2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2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2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2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5**"/>
  <p:tag name="KSO_WM_UNIT_LAYERLEVEL" val="1"/>
  <p:tag name="KSO_WM_TAG_VERSION" val="1.0"/>
  <p:tag name="KSO_WM_BEAUTIFY_FLAG" val="#wm#"/>
  <p:tag name="KSO_WM_SLIDE_BACKGROUND_TYPE" val="topBottom"/>
  <p:tag name="KSO_WM_SLIDE_BK_DARK_LIGHT" val="2"/>
</p:tagLst>
</file>

<file path=ppt/tags/tag247.xml><?xml version="1.0" encoding="utf-8"?>
<p:tagLst xmlns:p="http://schemas.openxmlformats.org/presentationml/2006/main">
  <p:tag name="KSO_WM_UNIT_TYPE" val="i"/>
  <p:tag name="KSO_WM_UNIT_SUBTYPE" val="h"/>
  <p:tag name="KSO_WM_SLIDE_BACKGROUND_TYPE" val="bottomTop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6*i*0"/>
  <p:tag name="KSO_WM_UNIT_BK_DARK_LIGHT" val="2"/>
  <p:tag name="KSO_WM_UNIT_LAYERLEVEL" val="1"/>
  <p:tag name="KSO_WM_TAG_VERSION" val="1.0"/>
  <p:tag name="KSO_WM_BEAUTIFY_FLAG" val="#wm#"/>
</p:tagLst>
</file>

<file path=ppt/tags/tag248.xml><?xml version="1.0" encoding="utf-8"?>
<p:tagLst xmlns:p="http://schemas.openxmlformats.org/presentationml/2006/main">
  <p:tag name="KSO_WM_SLIDE_BACKGROUND_TYPE" val="bottomTop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</p:tagLst>
</file>

<file path=ppt/tags/tag249.xml><?xml version="1.0" encoding="utf-8"?>
<p:tagLst xmlns:p="http://schemas.openxmlformats.org/presentationml/2006/main">
  <p:tag name="KSO_WM_SLIDE_BACKGROUND_TYPE" val="bottomTop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</p:tagLst>
</file>

<file path=ppt/tags/tag2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2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2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2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2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2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6**"/>
  <p:tag name="KSO_WM_UNIT_LAYERLEVEL" val="1"/>
  <p:tag name="KSO_WM_TAG_VERSION" val="1.0"/>
  <p:tag name="KSO_WM_BEAUTIFY_FLAG" val="#wm#"/>
  <p:tag name="KSO_WM_SLIDE_BACKGROUND_TYPE" val="bottomTop"/>
  <p:tag name="KSO_WM_SLIDE_BK_DARK_LIGHT" val="2"/>
</p:tagLst>
</file>

<file path=ppt/tags/tag256.xml><?xml version="1.0" encoding="utf-8"?>
<p:tagLst xmlns:p="http://schemas.openxmlformats.org/presentationml/2006/main">
  <p:tag name="KSO_WM_UNIT_TYPE" val="i"/>
  <p:tag name="KSO_WM_UNIT_SUBTYPE" val="h"/>
  <p:tag name="KSO_WM_SLIDE_BACKGROUND_TYPE" val="navigation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7*i*0"/>
  <p:tag name="KSO_WM_UNIT_BK_DARK_LIGHT" val="2"/>
  <p:tag name="KSO_WM_UNIT_LAYERLEVEL" val="1"/>
  <p:tag name="KSO_WM_TAG_VERSION" val="1.0"/>
  <p:tag name="KSO_WM_BEAUTIFY_FLAG" val="#wm#"/>
</p:tagLst>
</file>

<file path=ppt/tags/tag257.xml><?xml version="1.0" encoding="utf-8"?>
<p:tagLst xmlns:p="http://schemas.openxmlformats.org/presentationml/2006/main">
  <p:tag name="KSO_WM_SLIDE_BACKGROUND_TYPE" val="navigation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258.xml><?xml version="1.0" encoding="utf-8"?>
<p:tagLst xmlns:p="http://schemas.openxmlformats.org/presentationml/2006/main">
  <p:tag name="KSO_WM_SLIDE_BACKGROUND_TYPE" val="navigation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</p:tagLst>
</file>

<file path=ppt/tags/tag2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2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2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26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2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2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2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2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7**"/>
  <p:tag name="KSO_WM_UNIT_LAYERLEVEL" val="1"/>
  <p:tag name="KSO_WM_TAG_VERSION" val="1.0"/>
  <p:tag name="KSO_WM_BEAUTIFY_FLAG" val="#wm#"/>
  <p:tag name="KSO_WM_SLIDE_BACKGROUND_TYPE" val="navigation"/>
  <p:tag name="KSO_WM_SLIDE_BK_DARK_LIGHT" val="2"/>
</p:tagLst>
</file>

<file path=ppt/tags/tag267.xml><?xml version="1.0" encoding="utf-8"?>
<p:tagLst xmlns:p="http://schemas.openxmlformats.org/presentationml/2006/main">
  <p:tag name="KSO_WM_UNIT_TYPE" val="i"/>
  <p:tag name="KSO_WM_UNIT_SUBTYPE" val="h"/>
  <p:tag name="KSO_WM_SLIDE_BACKGROUND_TYPE" val="belt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NDEX" val="0"/>
  <p:tag name="KSO_WM_UNIT_ID" val="_18*i*0"/>
  <p:tag name="KSO_WM_UNIT_BK_DARK_LIGHT" val="2"/>
  <p:tag name="KSO_WM_UNIT_LAYERLEVEL" val="1"/>
  <p:tag name="KSO_WM_TAG_VERSION" val="1.0"/>
  <p:tag name="KSO_WM_BEAUTIFY_FLAG" val="#wm#"/>
</p:tagLst>
</file>

<file path=ppt/tags/tag268.xml><?xml version="1.0" encoding="utf-8"?>
<p:tagLst xmlns:p="http://schemas.openxmlformats.org/presentationml/2006/main">
  <p:tag name="KSO_WM_SLIDE_BACKGROUND_TYPE" val="belt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269.xml><?xml version="1.0" encoding="utf-8"?>
<p:tagLst xmlns:p="http://schemas.openxmlformats.org/presentationml/2006/main">
  <p:tag name="KSO_WM_SLIDE_BACKGROUND_TYPE" val="belt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</p:tagLst>
</file>

<file path=ppt/tags/tag2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27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2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27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2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8**"/>
  <p:tag name="KSO_WM_UNIT_LAYERLEVEL" val="1"/>
  <p:tag name="KSO_WM_TAG_VERSION" val="1.0"/>
  <p:tag name="KSO_WM_BEAUTIFY_FLAG" val="#wm#"/>
  <p:tag name="KSO_WM_SLIDE_BACKGROUND_TYPE" val="belt"/>
  <p:tag name="KSO_WM_SLIDE_BK_DARK_LIGHT" val="2"/>
</p:tagLst>
</file>

<file path=ppt/tags/tag275.xml><?xml version="1.0" encoding="utf-8"?>
<p:tagLst xmlns:p="http://schemas.openxmlformats.org/presentationml/2006/main">
  <p:tag name="KSO_WM_TAG_VERSION" val="1.0"/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EMPLATE_CATEGORY" val="custom"/>
  <p:tag name="KSO_WM_TEMPLATE_INDEX" val="20204374"/>
</p:tagLst>
</file>

<file path=ppt/tags/tag276.xml><?xml version="1.0" encoding="utf-8"?>
<p:tagLst xmlns:p="http://schemas.openxmlformats.org/presentationml/2006/main">
  <p:tag name="KSO_WM_TAG_VERSION" val="1.0"/>
  <p:tag name="KSO_WM_BEAUTIFY_FLAG" val="#wm#"/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EMPLATE_CATEGORY" val="custom"/>
  <p:tag name="KSO_WM_TEMPLATE_INDEX" val="20204374"/>
</p:tagLst>
</file>

<file path=ppt/tags/tag27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7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80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20204374"/>
  <p:tag name="KSO_WM_TEMPLATE_SUBCATEGORY" val="0"/>
  <p:tag name="KSO_WM_TEMPLATE_MASTER_TYPE" val="1"/>
  <p:tag name="KSO_WM_TEMPLATE_COLOR_TYPE" val="1"/>
  <p:tag name="KSO_WM_TEMPLATE_MASTER_THUMB_INDEX" val="12"/>
  <p:tag name="KSO_WM_TEMPLATE_THUMBS_INDEX" val="1、4、6、8、11、12、16、17、19、20、21、22、23、24、29、30、32、35、36、37"/>
</p:tagLst>
</file>

<file path=ppt/tags/tag28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TEMPLATE_CATEGORY" val="custom"/>
  <p:tag name="KSO_WM_TEMPLATE_INDEX" val="20204374"/>
  <p:tag name="KSO_WM_UNIT_ID" val="custom20204374_1*i*1"/>
  <p:tag name="KSO_WM_UNIT_TYPE" val="i"/>
  <p:tag name="KSO_WM_UNIT_INDEX" val="1"/>
  <p:tag name="KSO_WM_UNIT_TEXT_FILL_FORE_SCHEMECOLOR_INDEX_BRIGHTNESS" val="0"/>
  <p:tag name="KSO_WM_UNIT_TEXT_FILL_FORE_SCHEMECOLOR_INDEX" val="5"/>
  <p:tag name="KSO_WM_UNIT_TEXT_FILL_TYPE" val="1"/>
</p:tagLst>
</file>

<file path=ppt/tags/tag2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ISCONTENTSTITLE" val="0"/>
  <p:tag name="KSO_WM_UNIT_NOCLEAR" val="0"/>
  <p:tag name="KSO_WM_UNIT_INDEX" val="1"/>
  <p:tag name="KSO_WM_UNIT_TYPE" val="f"/>
  <p:tag name="KSO_WM_TEMPLATE_CATEGORY" val="custom"/>
  <p:tag name="KSO_WM_TEMPLATE_INDEX" val="20204374"/>
  <p:tag name="KSO_WM_UNIT_ID" val="custom20204374_1*f*1"/>
  <p:tag name="KSO_WM_UNIT_PRESET_TEXT" val="汇报人姓名"/>
  <p:tag name="KSO_WM_UNIT_SUBTYPE" val="b"/>
  <p:tag name="KSO_WM_UNIT_VALUE" val="8"/>
  <p:tag name="KSO_WM_UNIT_TEXT_FILL_FORE_SCHEMECOLOR_INDEX_BRIGHTNESS" val="0"/>
  <p:tag name="KSO_WM_UNIT_TEXT_FILL_FORE_SCHEMECOLOR_INDEX" val="13"/>
  <p:tag name="KSO_WM_UNIT_TEXT_FILL_TYPE" val="1"/>
</p:tagLst>
</file>

<file path=ppt/tags/tag28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ISCONTENTSTITLE" val="0"/>
  <p:tag name="KSO_WM_UNIT_NOCLEAR" val="0"/>
  <p:tag name="KSO_WM_UNIT_VALUE" val="10"/>
  <p:tag name="KSO_WM_UNIT_TYPE" val="a"/>
  <p:tag name="KSO_WM_UNIT_INDEX" val="1"/>
  <p:tag name="KSO_WM_TEMPLATE_CATEGORY" val="custom"/>
  <p:tag name="KSO_WM_TEMPLATE_INDEX" val="20204374"/>
  <p:tag name="KSO_WM_UNIT_ID" val="custom20204374_1*a*1"/>
  <p:tag name="KSO_WM_UNIT_PRESET_TEXT" val="绿色简约总结"/>
  <p:tag name="KSO_WM_UNIT_ISNUMDGMTITLE" val="0"/>
  <p:tag name="KSO_WM_UNIT_TEXT_FILL_FORE_SCHEMECOLOR_INDEX_BRIGHTNESS" val="0"/>
  <p:tag name="KSO_WM_UNIT_TEXT_FILL_FORE_SCHEMECOLOR_INDEX" val="13"/>
  <p:tag name="KSO_WM_UNIT_TEXT_FILL_TYPE" val="1"/>
</p:tagLst>
</file>

<file path=ppt/tags/tag284.xml><?xml version="1.0" encoding="utf-8"?>
<p:tagLst xmlns:p="http://schemas.openxmlformats.org/presentationml/2006/main">
  <p:tag name="KSO_WM_SLIDE_ID" val="custom20204374_1"/>
  <p:tag name="KSO_WM_TEMPLATE_SUBCATEGORY" val="0"/>
  <p:tag name="KSO_WM_TEMPLATE_MASTER_TYPE" val="1"/>
  <p:tag name="KSO_WM_TEMPLATE_COLOR_TYPE" val="1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4374"/>
  <p:tag name="KSO_WM_SLIDE_LAYOUT" val="a_b_f"/>
  <p:tag name="KSO_WM_SLIDE_LAYOUT_CNT" val="1_1_2"/>
  <p:tag name="KSO_WM_SLIDE_TYPE" val="title"/>
  <p:tag name="KSO_WM_SLIDE_SUBTYPE" val="pureTxt"/>
  <p:tag name="KSO_WM_TEMPLATE_THUMBS_INDEX" val="1、4、6、7、8、11、12、16、17、19、22、23、24、32、39"/>
  <p:tag name="KSO_WM_TEMPLATE_MASTER_THUMB_INDEX" val="12"/>
</p:tagLst>
</file>

<file path=ppt/tags/tag285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UNIT_TYPE" val="i"/>
</p:tagLst>
</file>

<file path=ppt/tags/tag286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UNIT_TYPE" val="i"/>
</p:tagLst>
</file>

<file path=ppt/tags/tag287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288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289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290.xml><?xml version="1.0" encoding="utf-8"?>
<p:tagLst xmlns:p="http://schemas.openxmlformats.org/presentationml/2006/main">
  <p:tag name="KSO_WM_SLIDE_BACKGROUND_TYPE" val="general"/>
  <p:tag name="KSO_WM_SLIDE_BK_DARK_LIGHT" val="2"/>
</p:tagLst>
</file>

<file path=ppt/tags/tag291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UNIT_TYPE" val="i"/>
</p:tagLst>
</file>

<file path=ppt/tags/tag292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UNIT_TYPE" val="i"/>
</p:tagLst>
</file>

<file path=ppt/tags/tag293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294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295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296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297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298.xml><?xml version="1.0" encoding="utf-8"?>
<p:tagLst xmlns:p="http://schemas.openxmlformats.org/presentationml/2006/main">
  <p:tag name="KSO_WM_SLIDE_BACKGROUND_TYPE" val="general"/>
  <p:tag name="KSO_WM_SLIDE_BK_DARK_LIGHT" val="2"/>
</p:tagLst>
</file>

<file path=ppt/tags/tag299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UNIT_TYPE" val="i"/>
</p:tagLst>
</file>

<file path=ppt/tags/tag300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UNIT_TYPE" val="i"/>
</p:tagLst>
</file>

<file path=ppt/tags/tag301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302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303.xml><?xml version="1.0" encoding="utf-8"?>
<p:tagLst xmlns:p="http://schemas.openxmlformats.org/presentationml/2006/main">
  <p:tag name="TABLE_ENDDRAG_ORIGIN_RECT" val="800*278"/>
  <p:tag name="TABLE_ENDDRAG_RECT" val="67*107*800*278"/>
</p:tagLst>
</file>

<file path=ppt/tags/tag304.xml><?xml version="1.0" encoding="utf-8"?>
<p:tagLst xmlns:p="http://schemas.openxmlformats.org/presentationml/2006/main">
  <p:tag name="KSO_WM_SLIDE_BACKGROUND_TYPE" val="general"/>
  <p:tag name="KSO_WM_SLIDE_BK_DARK_LIGHT" val="2"/>
</p:tagLst>
</file>

<file path=ppt/tags/tag305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UNIT_TYPE" val="i"/>
</p:tagLst>
</file>

<file path=ppt/tags/tag306.xml><?xml version="1.0" encoding="utf-8"?>
<p:tagLst xmlns:p="http://schemas.openxmlformats.org/presentationml/2006/main">
  <p:tag name="KSO_WM_SLIDE_BACKGROUND_TYPE" val="general"/>
  <p:tag name="KSO_WM_SLIDE_BK_DARK_LIGHT" val="2"/>
  <p:tag name="KSO_WM_UNIT_HIGHLIGHT" val="0"/>
  <p:tag name="KSO_WM_UNIT_COMPATIBLE" val="0"/>
  <p:tag name="KSO_WM_UNIT_DIAGRAM_ISNUMVISUAL" val="0"/>
  <p:tag name="KSO_WM_UNIT_DIAGRAM_ISREFERUNIT" val="0"/>
  <p:tag name="KSO_WM_UNIT_ID" val="_12**"/>
  <p:tag name="KSO_WM_UNIT_LAYERLEVEL" val="1"/>
  <p:tag name="KSO_WM_TAG_VERSION" val="1.0"/>
  <p:tag name="KSO_WM_BEAUTIFY_FLAG" val="#wm#"/>
  <p:tag name="KSO_WM_UNIT_TYPE" val="i"/>
</p:tagLst>
</file>

<file path=ppt/tags/tag307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308.xml><?xml version="1.0" encoding="utf-8"?>
<p:tagLst xmlns:p="http://schemas.openxmlformats.org/presentationml/2006/main">
  <p:tag name="KSO_WM_UNIT_TEXT_FILL_FORE_SCHEMECOLOR_INDEX_BRIGHTNESS" val="0"/>
  <p:tag name="KSO_WM_UNIT_TEXT_FILL_FORE_SCHEMECOLOR_INDEX" val="13"/>
  <p:tag name="KSO_WM_UNIT_TEXT_FILL_TYPE" val="1"/>
</p:tagLst>
</file>

<file path=ppt/tags/tag309.xml><?xml version="1.0" encoding="utf-8"?>
<p:tagLst xmlns:p="http://schemas.openxmlformats.org/presentationml/2006/main">
  <p:tag name="KSO_WM_SLIDE_BACKGROUND_TYPE" val="general"/>
  <p:tag name="KSO_WM_SLIDE_BK_DARK_LIGHT" val="2"/>
</p:tagLst>
</file>

<file path=ppt/tags/tag310.xml><?xml version="1.0" encoding="utf-8"?>
<p:tagLst xmlns:p="http://schemas.openxmlformats.org/presentationml/2006/main">
  <p:tag name="KSO_WM_UNIT_ISCONTENTSTITLE" val="0"/>
  <p:tag name="KSO_WM_UNIT_NOCLEAR" val="0"/>
  <p:tag name="KSO_WM_UNIT_VALUE" val="25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LAYERLEVEL" val="1"/>
  <p:tag name="KSO_WM_TAG_VERSION" val="1.0"/>
  <p:tag name="KSO_WM_BEAUTIFY_FLAG" val="#wm#"/>
  <p:tag name="KSO_WM_TEMPLATE_CATEGORY" val="custom"/>
  <p:tag name="KSO_WM_TEMPLATE_INDEX" val="20204374"/>
  <p:tag name="KSO_WM_UNIT_ID" val="custom20204374_34*b*1"/>
  <p:tag name="KSO_WM_UNIT_PRESET_TEXT" val="单击此处添加正文，文字是您思想的提炼，请尽量言简意赅的阐述观点。"/>
  <p:tag name="KSO_WM_UNIT_ISNUMDGMTITLE" val="0"/>
  <p:tag name="KSO_WM_UNIT_TEXT_FILL_FORE_SCHEMECOLOR_INDEX_BRIGHTNESS" val="0"/>
  <p:tag name="KSO_WM_UNIT_TEXT_FILL_FORE_SCHEMECOLOR_INDEX" val="13"/>
  <p:tag name="KSO_WM_UNIT_TEXT_FILL_TYPE" val="1"/>
</p:tagLst>
</file>

<file path=ppt/tags/tag3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AG_VERSION" val="1.0"/>
  <p:tag name="KSO_WM_BEAUTIFY_FLAG" val="#wm#"/>
  <p:tag name="KSO_WM_UNIT_ISCONTENTSTITLE" val="0"/>
  <p:tag name="KSO_WM_UNIT_NOCLEAR" val="1"/>
  <p:tag name="KSO_WM_UNIT_VALUE" val="10"/>
  <p:tag name="KSO_WM_UNIT_TYPE" val="a"/>
  <p:tag name="KSO_WM_UNIT_INDEX" val="1"/>
  <p:tag name="KSO_WM_TEMPLATE_CATEGORY" val="custom"/>
  <p:tag name="KSO_WM_TEMPLATE_INDEX" val="20204374"/>
  <p:tag name="KSO_WM_UNIT_ID" val="custom20204374_34*a*1"/>
  <p:tag name="KSO_WM_UNIT_PRESET_TEXT" val="谢谢聆听"/>
  <p:tag name="KSO_WM_UNIT_ISNUMDGMTITLE" val="0"/>
  <p:tag name="KSO_WM_UNIT_TEXT_FILL_FORE_SCHEMECOLOR_INDEX_BRIGHTNESS" val="0"/>
  <p:tag name="KSO_WM_UNIT_TEXT_FILL_FORE_SCHEMECOLOR_INDEX" val="13"/>
  <p:tag name="KSO_WM_UNIT_TEXT_FILL_TYPE" val="1"/>
</p:tagLst>
</file>

<file path=ppt/tags/tag312.xml><?xml version="1.0" encoding="utf-8"?>
<p:tagLst xmlns:p="http://schemas.openxmlformats.org/presentationml/2006/main">
  <p:tag name="KSO_WM_BEAUTIFY_FLAG" val="#wm#"/>
  <p:tag name="KSO_WM_TEMPLATE_SUBCATEGORY" val="0"/>
  <p:tag name="KSO_WM_SLIDE_TYPE" val="endPage"/>
  <p:tag name="KSO_WM_SLIDE_SUBTYPE" val="pureTxt"/>
  <p:tag name="KSO_WM_SLIDE_ITEM_CNT" val="0"/>
  <p:tag name="KSO_WM_SLIDE_INDEX" val="39"/>
  <p:tag name="KSO_WM_TAG_VERSION" val="1.0"/>
  <p:tag name="KSO_WM_SLIDE_LAYOUT" val="a_b"/>
  <p:tag name="KSO_WM_SLIDE_LAYOUT_CNT" val="1_1"/>
  <p:tag name="KSO_WM_TEMPLATE_MASTER_TYPE" val="1"/>
  <p:tag name="KSO_WM_TEMPLATE_COLOR_TYPE" val="1"/>
  <p:tag name="KSO_WM_TEMPLATE_CATEGORY" val="custom"/>
  <p:tag name="KSO_WM_TEMPLATE_INDEX" val="20204374"/>
  <p:tag name="KSO_WM_SLIDE_ID" val="custom20204374_34"/>
</p:tagLst>
</file>

<file path=ppt/tags/tag313.xml><?xml version="1.0" encoding="utf-8"?>
<p:tagLst xmlns:p="http://schemas.openxmlformats.org/presentationml/2006/main">
  <p:tag name="KSO_WPP_MARK_KEY" val="3cf936e1-1da8-45a3-84fa-62c6d6963dd7"/>
  <p:tag name="COMMONDATA" val="eyJoZGlkIjoiYWU5MGM2Nzc2ZWM5NDMyMjYzMTU2MjY0ZTlkNWRkMWEifQ=="/>
</p:tagLst>
</file>

<file path=ppt/theme/theme1.xml><?xml version="1.0" encoding="utf-8"?>
<a:theme xmlns:a="http://schemas.openxmlformats.org/drawingml/2006/main" name="2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4_Office 主题​​">
  <a:themeElements>
    <a:clrScheme name="">
      <a:dk1>
        <a:srgbClr val="000000"/>
      </a:dk1>
      <a:lt1>
        <a:srgbClr val="FFFFFF"/>
      </a:lt1>
      <a:dk2>
        <a:srgbClr val="ECEFEE"/>
      </a:dk2>
      <a:lt2>
        <a:srgbClr val="FFFFFF"/>
      </a:lt2>
      <a:accent1>
        <a:srgbClr val="2C5040"/>
      </a:accent1>
      <a:accent2>
        <a:srgbClr val="305A66"/>
      </a:accent2>
      <a:accent3>
        <a:srgbClr val="33658C"/>
      </a:accent3>
      <a:accent4>
        <a:srgbClr val="446398"/>
      </a:accent4>
      <a:accent5>
        <a:srgbClr val="625489"/>
      </a:accent5>
      <a:accent6>
        <a:srgbClr val="80467B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_Office 主题​​">
  <a:themeElements>
    <a:clrScheme name="">
      <a:dk1>
        <a:srgbClr val="000000"/>
      </a:dk1>
      <a:lt1>
        <a:srgbClr val="FFFFFF"/>
      </a:lt1>
      <a:dk2>
        <a:srgbClr val="ECEFEE"/>
      </a:dk2>
      <a:lt2>
        <a:srgbClr val="FFFFFF"/>
      </a:lt2>
      <a:accent1>
        <a:srgbClr val="2C5040"/>
      </a:accent1>
      <a:accent2>
        <a:srgbClr val="305A66"/>
      </a:accent2>
      <a:accent3>
        <a:srgbClr val="33658C"/>
      </a:accent3>
      <a:accent4>
        <a:srgbClr val="446398"/>
      </a:accent4>
      <a:accent5>
        <a:srgbClr val="625489"/>
      </a:accent5>
      <a:accent6>
        <a:srgbClr val="80467B"/>
      </a:accent6>
      <a:hlink>
        <a:srgbClr val="658BD5"/>
      </a:hlink>
      <a:folHlink>
        <a:srgbClr val="A16AA5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911</Words>
  <Application>WPS 演示</Application>
  <PresentationFormat>宽屏</PresentationFormat>
  <Paragraphs>89</Paragraphs>
  <Slides>6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6</vt:i4>
      </vt:variant>
    </vt:vector>
  </HeadingPairs>
  <TitlesOfParts>
    <vt:vector size="19" baseType="lpstr">
      <vt:lpstr>Arial</vt:lpstr>
      <vt:lpstr>宋体</vt:lpstr>
      <vt:lpstr>Wingdings</vt:lpstr>
      <vt:lpstr>微软雅黑</vt:lpstr>
      <vt:lpstr>汉仪旗黑-85S</vt:lpstr>
      <vt:lpstr>黑体</vt:lpstr>
      <vt:lpstr>Wingdings</vt:lpstr>
      <vt:lpstr>Arial Unicode MS</vt:lpstr>
      <vt:lpstr>等线</vt:lpstr>
      <vt:lpstr>2_自定义设计方案</vt:lpstr>
      <vt:lpstr>1_自定义设计方案</vt:lpstr>
      <vt:lpstr>4_Office 主题​​</vt:lpstr>
      <vt:lpstr>1_Office 主题​​</vt:lpstr>
      <vt:lpstr>中级实训项目总结：嘉递 中珠校园外卖平台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郑 沛霖</dc:creator>
  <cp:lastModifiedBy>17274</cp:lastModifiedBy>
  <cp:revision>945</cp:revision>
  <dcterms:created xsi:type="dcterms:W3CDTF">2021-05-08T02:43:00Z</dcterms:created>
  <dcterms:modified xsi:type="dcterms:W3CDTF">2026-07-07T06:33:01Z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4FB29395AD0F4F9D9A37E5477B4AB8FB_13</vt:lpwstr>
  </property>
  <property fmtid="{D5CDD505-2E9C-101B-9397-08002B2CF9AE}" pid="3" name="KSOProductBuildVer">
    <vt:lpwstr>2052-12.1.0.23542</vt:lpwstr>
  </property>
  <property fmtid="{D5CDD505-2E9C-101B-9397-08002B2CF9AE}" pid="4" name="commondata">
    <vt:lpwstr>eyJoZGlkIjoiMDRhNzU0OWJhYjA5ZmE3NjBhMmY3YjM2NGEwNjYzMzcifQ==</vt:lpwstr>
  </property>
</Properties>
</file>